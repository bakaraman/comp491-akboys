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558" autoAdjust="0"/>
  </p:normalViewPr>
  <p:slideViewPr>
    <p:cSldViewPr>
      <p:cViewPr varScale="1">
        <p:scale>
          <a:sx n="121" d="100"/>
          <a:sy n="121" d="100"/>
        </p:scale>
        <p:origin x="158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5.03.2026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D09812-12E3-47EB-AB28-BD66C1EFAFB8}" type="slidenum">
              <a:rPr lang="tr-T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25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725144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3200" b="1" dirty="0">
                <a:solidFill>
                  <a:srgbClr val="FFFFFF"/>
                </a:solidFill>
              </a:rPr>
              <a:t>Text-Based Adventure with LLMs</a:t>
            </a:r>
          </a:p>
          <a:p>
            <a:pPr algn="ctr">
              <a:spcAft>
                <a:spcPts val="800"/>
              </a:spcAft>
            </a:pPr>
            <a:r>
              <a:rPr sz="2000" dirty="0">
                <a:solidFill>
                  <a:srgbClr val="DCDCDC"/>
                </a:solidFill>
              </a:rPr>
              <a:t>COMP 491 — Progress Meeting 1</a:t>
            </a:r>
          </a:p>
          <a:p>
            <a:pPr algn="ctr"/>
            <a:r>
              <a:rPr sz="1600" dirty="0">
                <a:solidFill>
                  <a:srgbClr val="C8C8C8"/>
                </a:solidFill>
              </a:rPr>
              <a:t>March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1"/>
              <a:t>Project Title: Text-Based Adventure with LLMs</a:t>
            </a: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Team Members: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Kadir Yigit Ozcelik (79975)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Serdar Yengil (80232)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Batuhan Karaman (79791)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Ata Berke Goktekin (80277)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Advisor: Baris Akgun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Progress Meeting 1 — March 5,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/>
              <a:t>Comp491 Project </a:t>
            </a:r>
            <a:r>
              <a:rPr lang="tr-TR" dirty="0" err="1"/>
              <a:t>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457200" y="189135"/>
            <a:ext cx="8229600" cy="86360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charset="0"/>
                <a:cs typeface="Arial" charset="0"/>
              </a:rPr>
              <a:t>Previous Progress Meeting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600" b="1" dirty="0"/>
              <a:t>This is the first progress meeting.</a:t>
            </a:r>
            <a:endParaRPr lang="en-US" dirty="0">
              <a:latin typeface="Arial" charset="0"/>
              <a:cs typeface="Arial" charset="0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tr-TR" sz="1600" b="1" dirty="0" err="1"/>
              <a:t>What</a:t>
            </a:r>
            <a:r>
              <a:rPr lang="tr-TR" sz="1600" b="1" dirty="0"/>
              <a:t> </a:t>
            </a:r>
            <a:r>
              <a:rPr lang="tr-TR" sz="1600" b="1" dirty="0" err="1"/>
              <a:t>we</a:t>
            </a:r>
            <a:r>
              <a:rPr lang="tr-TR" sz="1600" b="1" dirty="0"/>
              <a:t> </a:t>
            </a:r>
            <a:r>
              <a:rPr lang="tr-TR" sz="1600" dirty="0"/>
              <a:t>c</a:t>
            </a:r>
            <a:r>
              <a:rPr sz="1600" b="1" dirty="0" err="1"/>
              <a:t>ompleted</a:t>
            </a:r>
            <a:r>
              <a:rPr sz="1600" b="1" dirty="0"/>
              <a:t> before this meeting: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Met with advisor (Baris Akgun) to discuss project scope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Advisor emphasized multiplayer as a key differentiator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Built a working single-player demo </a:t>
            </a:r>
            <a:endParaRPr lang="tr-TR" sz="14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Prepared and submitted Project Registration Form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Prepared and submitted Project Proposal</a:t>
            </a:r>
            <a:endParaRPr lang="tr-TR" sz="14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dirty="0"/>
              <a:t>• Decided on tech stack: GCP (Vertex AI, Cloud Run, Firebase)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en-US" dirty="0"/>
              <a:t>Current 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500" b="1" dirty="0"/>
              <a:t>WP1 — Research, Setup &amp; Demo Refinement (W1-W2)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1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/>
              <a:t>Tasks Performed: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GitHub repo created with issue tracking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Architecture documented</a:t>
            </a:r>
            <a:endParaRPr lang="tr-TR"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Project proposal and registration form prepared and submitted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/>
              <a:t>Work Distribution: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Batuhan: Demo development, architecture design, proposal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Kadir: Technical document, function call design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Serdar: Registration form, multiplayer research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Ata Berke: Background research, references</a:t>
            </a:r>
          </a:p>
        </p:txBody>
      </p:sp>
    </p:spTree>
    <p:extLst>
      <p:ext uri="{BB962C8B-B14F-4D97-AF65-F5344CB8AC3E}">
        <p14:creationId xmlns:p14="http://schemas.microsoft.com/office/powerpoint/2010/main" val="13913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dirty="0"/>
              <a:t>Next: WP2 — Procedural Story Generation &amp; Core Engine (W3-W6)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sz="1500" b="1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/>
              <a:t>Planned Tasks: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Design scenario JSON schema and validation rules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Implement Phase 1 LLM scenario generation with re-prompt loop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Build schema validator </a:t>
            </a:r>
            <a:endParaRPr lang="tr-TR"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Start 5 universe templates </a:t>
            </a:r>
            <a:endParaRPr lang="tr-TR"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dirty="0"/>
              <a:t>• Begin </a:t>
            </a:r>
            <a:r>
              <a:rPr sz="1300" b="0" dirty="0" err="1"/>
              <a:t>FastAPI</a:t>
            </a:r>
            <a:r>
              <a:rPr sz="1300" b="0" dirty="0"/>
              <a:t> backend migration</a:t>
            </a:r>
            <a:endParaRPr lang="tr-TR"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400" b="1" dirty="0"/>
              <a:t>Work Distribution: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b="0" dirty="0"/>
              <a:t>Batuhan: Design scenario JSON schema, implement Phase 1 LLM prompt, and set up GCP project with Cloud Run deployment.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b="0" dirty="0"/>
              <a:t>Ata Berke: Document the 5 universe templates and write example scenario JSONs for each.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b="0" dirty="0"/>
              <a:t>Kadir: Set up React/</a:t>
            </a:r>
            <a:r>
              <a:rPr lang="en-US" sz="1400" b="0" dirty="0" err="1"/>
              <a:t>Next.js</a:t>
            </a:r>
            <a:r>
              <a:rPr lang="en-US" sz="1400" b="0" dirty="0"/>
              <a:t> project with game UI components.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b="0" dirty="0"/>
              <a:t>Serdar: Research WebSocket/</a:t>
            </a:r>
            <a:r>
              <a:rPr lang="en-US" sz="1400" b="0" dirty="0" err="1"/>
              <a:t>Socket.IO</a:t>
            </a:r>
            <a:r>
              <a:rPr lang="en-US" sz="1400" b="0" dirty="0"/>
              <a:t> patterns and prototype an echo server for multiplayer. </a:t>
            </a:r>
            <a:br>
              <a:rPr lang="en-US" sz="1400" dirty="0"/>
            </a:br>
            <a:r>
              <a:rPr lang="en-US" sz="1400" dirty="0"/>
              <a:t> </a:t>
            </a:r>
            <a:endParaRPr lang="tr-TR" sz="1300" b="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sz="1300" b="0" dirty="0"/>
          </a:p>
        </p:txBody>
      </p:sp>
    </p:spTree>
    <p:extLst>
      <p:ext uri="{BB962C8B-B14F-4D97-AF65-F5344CB8AC3E}">
        <p14:creationId xmlns:p14="http://schemas.microsoft.com/office/powerpoint/2010/main" val="112356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200" b="0"/>
              <a:t>[1] N. Montfort, Twisty Little Passages: An Approach to Interactive Fiction. MIT Press, 2003.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[2] A. Plotkin, The Inform Designer's Handbook, 2004.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[3] P. Ammanabrolu et al., How to Avoid Being Eaten by a Grue, arXiv:2006.07409, 2020.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[4] N. Walton, AI Dungeon, Latitude, 2019. https://aidungeon.io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[5] Google DeepMind, Gemini API: Function Calling, 2024. https://ai.google.dev/docs/function_calling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[6] N. Shaker et al., Procedural Content Generation in Games. Springer, 2016.</a:t>
            </a:r>
          </a:p>
        </p:txBody>
      </p:sp>
    </p:spTree>
    <p:extLst>
      <p:ext uri="{BB962C8B-B14F-4D97-AF65-F5344CB8AC3E}">
        <p14:creationId xmlns:p14="http://schemas.microsoft.com/office/powerpoint/2010/main" val="262158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38</TotalTime>
  <Words>466</Words>
  <Application>Microsoft Macintosh PowerPoint</Application>
  <PresentationFormat>On-screen Show (4:3)</PresentationFormat>
  <Paragraphs>60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Next Progress Meeting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Batuhan Karaman - Madlen</cp:lastModifiedBy>
  <cp:revision>19</cp:revision>
  <dcterms:created xsi:type="dcterms:W3CDTF">2016-10-17T16:26:15Z</dcterms:created>
  <dcterms:modified xsi:type="dcterms:W3CDTF">2026-03-05T16:48:41Z</dcterms:modified>
</cp:coreProperties>
</file>