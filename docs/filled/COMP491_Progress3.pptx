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65" r:id="rId6"/>
    <p:sldId id="259" r:id="rId7"/>
    <p:sldId id="263" r:id="rId8"/>
    <p:sldId id="264" r:id="rId9"/>
    <p:sldId id="260" r:id="rId10"/>
    <p:sldId id="262" r:id="rId11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558" autoAdjust="0"/>
  </p:normalViewPr>
  <p:slideViewPr>
    <p:cSldViewPr>
      <p:cViewPr>
        <p:scale>
          <a:sx n="120" d="100"/>
          <a:sy n="120" d="100"/>
        </p:scale>
        <p:origin x="16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45AC125-138F-421C-9E50-80110451F5F2}" type="datetimeFigureOut">
              <a:rPr lang="tr-TR"/>
              <a:pPr>
                <a:defRPr/>
              </a:pPr>
              <a:t>3.04.2026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r-T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r-T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F93C44-D382-4238-AFA1-CD7C1AC406B9}" type="slidenum">
              <a:rPr lang="tr-TR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12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tr-TR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D09812-12E3-47EB-AB28-BD66C1EFAFB8}" type="slidenum">
              <a:rPr lang="tr-T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25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0" y="1052513"/>
            <a:ext cx="9144000" cy="0"/>
          </a:xfrm>
          <a:prstGeom prst="line">
            <a:avLst/>
          </a:prstGeom>
          <a:ln w="82550">
            <a:solidFill>
              <a:srgbClr val="C10B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864096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tr-TR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395536" y="1495325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b="1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  <a:lvl2pPr>
              <a:buFont typeface="Wingdings" pitchFamily="2" charset="2"/>
              <a:buChar char="§"/>
              <a:defRPr sz="3200" b="1">
                <a:latin typeface="Arial" pitchFamily="34" charset="0"/>
                <a:cs typeface="Arial" pitchFamily="34" charset="0"/>
              </a:defRPr>
            </a:lvl2pPr>
            <a:lvl3pPr>
              <a:buFont typeface="Wingdings" pitchFamily="2" charset="2"/>
              <a:buChar char="§"/>
              <a:defRPr b="1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Font typeface="Arial" pitchFamily="34" charset="0"/>
              <a:buChar char="•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0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J:\Burak\zivir\vector vs vs\logo.dik.eng_transparent_beyaz.pn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76600" y="2425700"/>
            <a:ext cx="2590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608" y="4572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3200" b="1" dirty="0">
                <a:solidFill>
                  <a:srgbClr val="FFFFFF"/>
                </a:solidFill>
              </a:rPr>
              <a:t>Text-Based Adventure with LLMs</a:t>
            </a:r>
          </a:p>
          <a:p>
            <a:pPr algn="ctr">
              <a:spcAft>
                <a:spcPts val="800"/>
              </a:spcAft>
            </a:pPr>
            <a:r>
              <a:rPr sz="2000" dirty="0">
                <a:solidFill>
                  <a:srgbClr val="DCDCDC"/>
                </a:solidFill>
              </a:rPr>
              <a:t>COMP 491 — Progress Meeting 3</a:t>
            </a:r>
          </a:p>
          <a:p>
            <a:pPr algn="ctr"/>
            <a:r>
              <a:rPr sz="1600" dirty="0">
                <a:solidFill>
                  <a:srgbClr val="C8C8C8"/>
                </a:solidFill>
              </a:rPr>
              <a:t>April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800" b="1"/>
              <a:t>Project Title: Text-Based Adventure with LLMs</a:t>
            </a: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Team Members: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Kadir Yigit Ozcelik (79975)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Serdar Yengil (80232)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Batuhan Karaman (79791)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  Ata Berke Goktekin (80277)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5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/>
              <a:t>Advisor: Baris Akgun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/>
              <a:t>Progress Meeting 3 — April 3, 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/>
              <a:t>Comp491 Project </a:t>
            </a:r>
            <a:r>
              <a:rPr lang="tr-TR" dirty="0" err="1"/>
              <a:t>Progress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457200" y="189135"/>
            <a:ext cx="8229600" cy="86360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charset="0"/>
                <a:cs typeface="Arial" charset="0"/>
              </a:rPr>
              <a:t>Previous Progress Meeting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0"/>
          </p:nvPr>
        </p:nvSpPr>
        <p:spPr bwMode="auto">
          <a:xfrm>
            <a:off x="395288" y="149542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600" b="1"/>
              <a:t>Progress Meeting 2 Summary (March 12, 2026):</a:t>
            </a: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/>
              <a:t>What was accomplished in WP2: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Full migration from Python/Tkinter to TypeScript monorepo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Next.js 15 + React 19 frontend, Express.js backend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6 game scenarios (Noir, Haunted, Space, Pirate, Western, Cyberpunk)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OpenAI GPT-5.4 streaming narration via SSE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GPT-5-nano follow-up action suggestions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Session management with UUID routing, markdown rendering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2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/>
              <a:t>What was planned for WP3: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Socket.IO multiplayer co-op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Firestore session persistence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Firebase Auth (Google sign-in)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Cloud Run + Firebase Hosting deployment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AI image generation (gpt-image-1.5)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• Game-over conditions and accusation mechanic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864096"/>
          </a:xfrm>
        </p:spPr>
        <p:txBody>
          <a:bodyPr/>
          <a:lstStyle/>
          <a:p>
            <a:r>
              <a:rPr lang="en-US" dirty="0"/>
              <a:t>Current Progress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400" b="1"/>
              <a:t>WP3+WP4 — Multiplayer, Persistence, Deploy &amp; Advanced Features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08000"/>
                </a:solidFill>
              </a:rPr>
              <a:t>All 8 planned issues completed, 6 PRs merged.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200" b="1">
              <a:solidFill>
                <a:srgbClr val="008000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Kadir (#3, #5) — Multiplayer System: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Socket.IO real-time engine with room codes and lobby system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Multiplayer UI: player sidebar, typing indicators, comm panel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Action batching with configurable timing windows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Scoped visibility (private vs observed messages per player)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1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Serdar (#4, #6) — Auth &amp; GameState: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Firebase Auth middleware with Google sign-in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Server-side GameState tracking (room, inventory, evidence, turns)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Structured directive validation (MOVE, PICKUP, UNLOCK, etc.)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1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Ata Berke (#7, #8) — Visuals &amp; Game Logic: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gpt-image-1.5 scene generation with per-scenario style prompts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Image caching per room (no redundant API calls)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Accusation mechanic with evidence chain validation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Win/lose states and replay reset behavior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1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Batuhan (#1, #2) — Infrastructure: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Backend deployed to Google Cloud Run (auto-scaling)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Frontend deployed to Firebase Hosting (velvet-shadow.web.app)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Firestore-backed session persistence (survives restarts)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/>
              <a:t>• Production CORS, env config, Firebase project setup</a:t>
            </a:r>
          </a:p>
        </p:txBody>
      </p:sp>
    </p:spTree>
    <p:extLst>
      <p:ext uri="{BB962C8B-B14F-4D97-AF65-F5344CB8AC3E}">
        <p14:creationId xmlns:p14="http://schemas.microsoft.com/office/powerpoint/2010/main" val="13913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Batuhan Karaman — Infrastructure &amp;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Completed (Issues #1, #2):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Deployed the backend to Google Cloud Run in europe-west1, because the app was previously only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accessible on localhost — Cloud Run auto-scales based on traffic and costs nothing when idle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Deployed the frontend to Firebase Hosting at velvet-</a:t>
            </a:r>
            <a:r>
              <a:rPr sz="1000" b="0" dirty="0" err="1"/>
              <a:t>shadow.web.app</a:t>
            </a:r>
            <a:r>
              <a:rPr sz="1000" b="0" dirty="0"/>
              <a:t> with a global CDN, so the app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loads fast from anywhere in the world without requiring users to install anything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Migrated the session store from an in-memory Map to </a:t>
            </a:r>
            <a:r>
              <a:rPr sz="1000" b="0" dirty="0" err="1"/>
              <a:t>Firestore</a:t>
            </a:r>
            <a:r>
              <a:rPr sz="1000" b="0" dirty="0"/>
              <a:t>, because with the old approach every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server restart or Cloud Run scaling event wiped all active game sessions — now sessions are persisted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in </a:t>
            </a:r>
            <a:r>
              <a:rPr sz="1000" b="0" dirty="0" err="1"/>
              <a:t>Firestore</a:t>
            </a:r>
            <a:r>
              <a:rPr sz="1000" b="0" dirty="0"/>
              <a:t> and automatically rehydrated when the server starts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Configured production CORS so the frontend (velvet-</a:t>
            </a:r>
            <a:r>
              <a:rPr sz="1000" b="0" dirty="0" err="1"/>
              <a:t>shadow.web.app</a:t>
            </a:r>
            <a:r>
              <a:rPr sz="1000" b="0" dirty="0"/>
              <a:t>) and backend (Cloud Run) can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communicate across different domains without the browser blocking requests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Set up the Firebase project with Google Auth provider, </a:t>
            </a:r>
            <a:r>
              <a:rPr sz="1000" b="0" dirty="0" err="1"/>
              <a:t>Firestore</a:t>
            </a:r>
            <a:r>
              <a:rPr sz="1000" b="0" dirty="0"/>
              <a:t> database, and all environment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variables needed for production — separate configs for local dev vs deployed environments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0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Next Up (5 issues):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set up a CI/CD pipeline (#32) with GitHub Actions, because right now every deploy is done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manually from the terminal — pushing to main will auto-build, run type checks, and deploy to both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Cloud Run and Firebase Hosting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move scene images to Cloud Storage (#33), because they are currently cached in server memory 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every restart loses them, and different Cloud Run instances don't share the cache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rate limiting (#34), because there is currently nothing stopping someone from spamming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API and running up the OpenAI bill — per-IP, per-session, and daily cost caps will be enforced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build an analytics dashboard (#35) to track how many people are playing, which scenarios are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popular, how much the API costs per day, and what the win/lose rate is per scenario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spectator and replay modes (#44) so people can watch live games or replay finished ones 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this is especially useful for demo day when the advisor wants to observe a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sz="2800" b="1"/>
              <a:t>Kadir Yigit Ozcelik — Frontend &amp;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Completed (Issues #3, #5):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could not handle </a:t>
            </a:r>
            <a:r>
              <a:rPr sz="1000" b="0" dirty="0" err="1"/>
              <a:t>multip</a:t>
            </a:r>
            <a:r>
              <a:rPr lang="en-US" sz="1000" b="0" dirty="0"/>
              <a:t>• Built the entire multiplayer frontend from scratch, because the single-player chat UI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le players — a lobby, voting screen, and shared game view were needed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Integrated </a:t>
            </a:r>
            <a:r>
              <a:rPr sz="1000" b="0" dirty="0" err="1"/>
              <a:t>Socket.IO</a:t>
            </a:r>
            <a:r>
              <a:rPr sz="1000" b="0" dirty="0"/>
              <a:t> on the client side so the browser keeps a persistent connection to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server, which allows real-time updates without polling — messages appear instantly for everyone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Added a slide-out player sidebar that shows each player's name, color, online status, current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room, and inventory, because in multiplayer you need to know where your teammates are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Built the communication panel as a separate slide-out drawer with two tabs: room chat (everyone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in your room hears it) and direct messages (private to one player), because players need to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coordinate without the narrator seeing their conversation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Implemented scoped message visibility — when the narrator responds to Player A, only Player 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sees the full response; other players in the same room get a short third-person summary instead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0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Next Up (7 issues):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push-to-talk voice chat (#15) using WebRTC, because typing breaks immersion in 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roleplay game — holding Space will broadcast to your room, holding T activates the walkie-talkie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build an interactive map (#21) that renders rooms as nodes with fog of war, because players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currently have no visual sense of the game world — unvisited rooms stay hidden until explored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create an evidence board (#22) where players pin collected clues and draw connections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between suspects, because right now all evidence is buried in the chat scroll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a multiplayer game-over screen (#23), because currently multiplayer games never end 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there is no win/lose overlay, no accuse button, and no turn counter in the multiplayer UI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ambient audio and sound effects (#24) per scenario — rain and jazz for noir, creaking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wood for haunted manor — because the game is completely silent right now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build a post-game reconstruction (#36) that replays what actually happened step by step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design an NPC interrogation panel (#37) with a trust meter, because talking to NPCs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currently feels the same as typing any other action</a:t>
            </a:r>
          </a:p>
        </p:txBody>
      </p:sp>
    </p:spTree>
    <p:extLst>
      <p:ext uri="{BB962C8B-B14F-4D97-AF65-F5344CB8AC3E}">
        <p14:creationId xmlns:p14="http://schemas.microsoft.com/office/powerpoint/2010/main" val="112356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Serdar Yengil — Backend &amp;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Completed (Issues #4, #6):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Added Firebase Auth middleware to the backend, because previously anyone could call the API without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logging in — now every request must include a valid Google sign-in token or it gets rejected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Built server-side </a:t>
            </a:r>
            <a:r>
              <a:rPr sz="1000" b="0" dirty="0" err="1"/>
              <a:t>GameState</a:t>
            </a:r>
            <a:r>
              <a:rPr sz="1000" b="0" dirty="0"/>
              <a:t> tracking, because before this the AI was the only thing that knew which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room the player was in or what items they had — now the server tracks room, inventory, visited rooms,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discovered evidence, and turn count independently from the AI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Implemented structured directive validation — the narrator returns JSON directives like MOVE, PICKUP,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UNLOCK, and the server checks each one against the actual game state before applying it, so the AI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cannot teleport players to nonexistent rooms or give them items that don't exist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Created the login page with Google sign-in and protected all game routes behind authentication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0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dirty="0"/>
              <a:t>Next Up (8 issues):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>
                <a:solidFill>
                  <a:srgbClr val="C80000"/>
                </a:solidFill>
              </a:rPr>
              <a:t>• Will add multiplayer game-over (#25), because right now multiplayer games never end — there is no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>
                <a:solidFill>
                  <a:srgbClr val="C80000"/>
                </a:solidFill>
              </a:rPr>
              <a:t>  turn counting, no accusation mechanic, and no win/lose state; this is the most critical missing piece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implement player roles (#18) — Detective can accuse, Thief finds hidden rooms, Doctor resists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sanity damage, Journalist gets bonus NPC dialogue — because currently all players are identical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NPC cross-player memory (#19), because if Player A threatens an NPC, that NPC should 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hostile to Player B too — right now NPCs treat each player as a stranger every time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build evidence chain prerequisites (#26), because currently all clues can be found in any order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— in a real detective game, finding the poison signs on the body should be required before finding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the hidden poison bottle in the garden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replace the text-matching evidence discovery (#27) with structured LLM extraction, because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current system falsely discovers evidence when the AI mentions an item name in passing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bring back the sanity system (#38) from the original demo — dangerous actions drain sanity and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  hitting zero means game over, which adds real risk to exploration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make NPCs move between rooms (#39), because they currently stand in one spot forever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 dirty="0"/>
              <a:t>• Will add hidden rooms (#40) discoverable through investigation or items, adding exploration depth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Ata Berke Goktekin — Game Design &amp;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Completed (Issues #7, #8):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Built the AI image generation pipeline using gpt-image-1.5 — every time a player enters a new room,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the server generates a scene image using a style prompt matched to the scenario's theme, so noir gets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'1920s ink illustration' and cyberpunk gets 'neon-drenched concept art'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Added per-room image caching, because without it every room revisit would trigger another expensive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API call — now the image is generated once and served from cache on subsequent visits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Implemented the accusation mechanic — the player picks a suspect and a piece of evidence, and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server checks three conditions: correct suspect, correct key evidence, and all required evidence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items discovered; if all three match, the player wins, otherwise the game is lost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Added the game-over overlay with win (gold, 'Mystery Solved') and lose (red, 'Game Over') screens,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plus a replay button that creates a fresh session with the same scenario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000" b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/>
              <a:t>Next Up (7 issues):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write three new scenarios (#28) — Medieval Castle (a king poisoned at a feast), Arctic Research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Station (a scientist vanishes during a blizzard), and Underwater Base (sabotage at the ocean floor)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add a dynamic hint system (#29), because players often get stuck and waste all 12 turns in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wrong room — the narrator will start dropping subtle hints at turn 5 and obvious ones by turn 11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introduce difficulty levels (#30), because all scenarios currently have the same 12-turn limit —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easy scenarios will get 15 turns and hard ones will get 9, shown as a badge on the scenario picker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fix known scenario bugs (#31) — the haunted manor cellar is defined but has no entrance from the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foyer, and noir requires 4 evidence items while every other scenario requires only 3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add red herrings (#41) — false evidence items that look real but lead to wrong accusations,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because right now every clue is genuine and the mystery is too straightforward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build an NPC alibi system (#42) so players can cross-reference what different NPCs claim and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spot contradictions in the guilty NPC's story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• Will implement procedural scenario generation (#43) where the LLM creates an entirely new mystery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0"/>
              <a:t>  from a theme prompt, validated by the server for solvability — this enables infinite replayability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200" b="0"/>
              <a:t>[1] N. Montfort, Twisty Little Passages: An Approach to Interactive Fiction. MIT Press, 2003.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[2] A. Plotkin, The Inform Designer's Handbook, 2004.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[3] P. Ammanabrolu et al., How to Avoid Being Eaten by a Grue, arXiv:2006.07409, 2020.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[4] N. Walton, AI Dungeon, Latitude, 2019. https://aidungeon.io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[5] OpenAI, GPT-5 API Documentation, 2025. https://platform.openai.com/docs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[6] N. Shaker et al., Procedural Content Generation in Games. Springer, 2016.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[7] Socket.IO Documentation, 2024. https://socket.io/docs/v4/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0"/>
              <a:t>[8] WebRTC API, MDN Web Docs, 2024. https://developer.mozilla.org/en-US/docs/Web/API/WebRTC_API</a:t>
            </a:r>
          </a:p>
        </p:txBody>
      </p:sp>
    </p:spTree>
    <p:extLst>
      <p:ext uri="{BB962C8B-B14F-4D97-AF65-F5344CB8AC3E}">
        <p14:creationId xmlns:p14="http://schemas.microsoft.com/office/powerpoint/2010/main" val="262158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64096"/>
          </a:xfrm>
        </p:spPr>
        <p:txBody>
          <a:bodyPr/>
          <a:lstStyle/>
          <a:p>
            <a:r>
              <a:rPr lang="tr-TR" dirty="0" err="1"/>
              <a:t>Attachment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sz="1600" b="1" dirty="0"/>
              <a:t>Live Application: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 dirty="0"/>
              <a:t>• https://velvet-</a:t>
            </a:r>
            <a:r>
              <a:rPr sz="1400" b="0" dirty="0" err="1"/>
              <a:t>shadow.web.app</a:t>
            </a:r>
            <a:endParaRPr sz="14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 dirty="0"/>
              <a:t>• Backend: Cloud Run (europe-west1)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 dirty="0"/>
              <a:t>• Database: </a:t>
            </a:r>
            <a:r>
              <a:rPr sz="1400" b="0" dirty="0" err="1"/>
              <a:t>Firestore</a:t>
            </a:r>
            <a:r>
              <a:rPr sz="1400" b="0" dirty="0"/>
              <a:t> (comp491-akboys-2026)</a:t>
            </a:r>
            <a:endParaRPr lang="tr-TR" sz="14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endParaRPr sz="1400" b="0" dirty="0"/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 b="1" dirty="0"/>
              <a:t>GitHub Repository: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 dirty="0"/>
              <a:t>• https://</a:t>
            </a:r>
            <a:r>
              <a:rPr sz="1400" b="0" dirty="0" err="1"/>
              <a:t>github.com</a:t>
            </a:r>
            <a:r>
              <a:rPr sz="1400" b="0" dirty="0"/>
              <a:t>/</a:t>
            </a:r>
            <a:r>
              <a:rPr sz="1400" b="0" dirty="0" err="1"/>
              <a:t>bakaraman</a:t>
            </a:r>
            <a:r>
              <a:rPr sz="1400" b="0" dirty="0"/>
              <a:t>/comp491-akboys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0" dirty="0"/>
              <a:t>• 8 issues closed, 6 PRs merged, 27 open issues for WP5</a:t>
            </a:r>
          </a:p>
        </p:txBody>
      </p:sp>
    </p:spTree>
    <p:extLst>
      <p:ext uri="{BB962C8B-B14F-4D97-AF65-F5344CB8AC3E}">
        <p14:creationId xmlns:p14="http://schemas.microsoft.com/office/powerpoint/2010/main" val="277223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Presentation - English (1)</Template>
  <TotalTime>34</TotalTime>
  <Words>2355</Words>
  <Application>Microsoft Macintosh PowerPoint</Application>
  <PresentationFormat>On-screen Show (4:3)</PresentationFormat>
  <Paragraphs>187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Comp491 Project Progress</vt:lpstr>
      <vt:lpstr>Previous Progress Meeting</vt:lpstr>
      <vt:lpstr>Current Progress Meeting</vt:lpstr>
      <vt:lpstr>Batuhan Karaman — Infrastructure &amp; GCP</vt:lpstr>
      <vt:lpstr>Kadir Yigit Ozcelik — Frontend &amp; UI</vt:lpstr>
      <vt:lpstr>Serdar Yengil — Backend &amp; API</vt:lpstr>
      <vt:lpstr>Ata Berke Goktekin — Game Design &amp; Prompts</vt:lpstr>
      <vt:lpstr>References</vt:lpstr>
      <vt:lpstr>Attachment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oozkasap</dc:creator>
  <cp:lastModifiedBy>Batuhan Karaman - Madlen</cp:lastModifiedBy>
  <cp:revision>18</cp:revision>
  <dcterms:created xsi:type="dcterms:W3CDTF">2016-10-17T16:26:15Z</dcterms:created>
  <dcterms:modified xsi:type="dcterms:W3CDTF">2026-04-03T04:41:41Z</dcterms:modified>
</cp:coreProperties>
</file>