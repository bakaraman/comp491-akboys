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tr-T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0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4558" autoAdjust="0"/>
  </p:normalViewPr>
  <p:slideViewPr>
    <p:cSldViewPr>
      <p:cViewPr varScale="1">
        <p:scale>
          <a:sx n="121" d="100"/>
          <a:sy n="121" d="100"/>
        </p:scale>
        <p:origin x="1584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45AC125-138F-421C-9E50-80110451F5F2}" type="datetimeFigureOut">
              <a:rPr lang="tr-TR"/>
              <a:pPr>
                <a:defRPr/>
              </a:pPr>
              <a:t>12.03.2026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tr-TR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tr-TR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3F93C44-D382-4238-AFA1-CD7C1AC406B9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812240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2D09812-12E3-47EB-AB28-BD66C1EFAFB8}" type="slidenum">
              <a:rPr lang="tr-T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77250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H="1">
            <a:off x="0" y="1052513"/>
            <a:ext cx="9144000" cy="0"/>
          </a:xfrm>
          <a:prstGeom prst="line">
            <a:avLst/>
          </a:prstGeom>
          <a:ln w="82550">
            <a:solidFill>
              <a:srgbClr val="C10B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864096"/>
          </a:xfrm>
          <a:prstGeom prst="rect">
            <a:avLst/>
          </a:prstGeom>
        </p:spPr>
        <p:txBody>
          <a:bodyPr/>
          <a:lstStyle>
            <a:lvl1pPr>
              <a:defRPr sz="32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tr-TR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395536" y="1495325"/>
            <a:ext cx="8229600" cy="4525963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b="1">
                <a:solidFill>
                  <a:srgbClr val="C00000"/>
                </a:solidFill>
                <a:latin typeface="Arial" pitchFamily="34" charset="0"/>
                <a:cs typeface="Arial" pitchFamily="34" charset="0"/>
              </a:defRPr>
            </a:lvl1pPr>
            <a:lvl2pPr>
              <a:buFont typeface="Wingdings" pitchFamily="2" charset="2"/>
              <a:buChar char="§"/>
              <a:defRPr sz="3200" b="1">
                <a:latin typeface="Arial" pitchFamily="34" charset="0"/>
                <a:cs typeface="Arial" pitchFamily="34" charset="0"/>
              </a:defRPr>
            </a:lvl2pPr>
            <a:lvl3pPr>
              <a:buFont typeface="Wingdings" pitchFamily="2" charset="2"/>
              <a:buChar char="§"/>
              <a:defRPr b="1">
                <a:latin typeface="Arial" pitchFamily="34" charset="0"/>
                <a:cs typeface="Arial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itchFamily="34" charset="0"/>
                <a:cs typeface="Arial" pitchFamily="34" charset="0"/>
              </a:defRPr>
            </a:lvl4pPr>
            <a:lvl5pPr>
              <a:buFont typeface="Arial" pitchFamily="34" charset="0"/>
              <a:buChar char="•"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0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 descr="J:\Burak\zivir\vector vs vs\logo.dik.eng_transparent_beyaz.png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76600" y="2425700"/>
            <a:ext cx="2590800" cy="200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653136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3200" b="1" dirty="0">
                <a:solidFill>
                  <a:srgbClr val="FFFFFF"/>
                </a:solidFill>
              </a:rPr>
              <a:t>Text-Based Adventure with LLMs</a:t>
            </a:r>
          </a:p>
          <a:p>
            <a:pPr algn="ctr">
              <a:spcAft>
                <a:spcPts val="800"/>
              </a:spcAft>
            </a:pPr>
            <a:r>
              <a:rPr sz="2000" dirty="0">
                <a:solidFill>
                  <a:srgbClr val="DCDCDC"/>
                </a:solidFill>
              </a:rPr>
              <a:t>COMP 491 — Progress Meeting 2</a:t>
            </a:r>
          </a:p>
          <a:p>
            <a:pPr algn="ctr"/>
            <a:r>
              <a:rPr sz="1600" dirty="0">
                <a:solidFill>
                  <a:srgbClr val="C8C8C8"/>
                </a:solidFill>
              </a:rPr>
              <a:t>March 12,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Content Placeholder 2"/>
          <p:cNvSpPr>
            <a:spLocks noGrp="1"/>
          </p:cNvSpPr>
          <p:nvPr>
            <p:ph idx="10"/>
          </p:nvPr>
        </p:nvSpPr>
        <p:spPr bwMode="auto">
          <a:xfrm>
            <a:off x="395288" y="1495425"/>
            <a:ext cx="82296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sz="1800" b="1"/>
              <a:t>Project Title: Text-Based Adventure with LLMs</a:t>
            </a:r>
            <a:endParaRPr lang="en-US" dirty="0">
              <a:latin typeface="Arial" charset="0"/>
              <a:cs typeface="Arial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endParaRPr lang="en-US" dirty="0">
              <a:latin typeface="Arial" charset="0"/>
              <a:cs typeface="Arial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600" b="1"/>
              <a:t>Team Members: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/>
              <a:t>  Kadir Yigit Ozcelik (79975)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/>
              <a:t>  Serdar Yengil (80232)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/>
              <a:t>  Batuhan Karaman (79791)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/>
              <a:t>  Ata Berke Goktekin (80277)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endParaRPr sz="1500" b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600" b="1"/>
              <a:t>Advisor: Baris Akgun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/>
              <a:t>Progress Meeting 2 — March 12, 2026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/>
          <a:lstStyle/>
          <a:p>
            <a:r>
              <a:rPr lang="tr-TR" dirty="0"/>
              <a:t>Comp491 Project </a:t>
            </a:r>
            <a:r>
              <a:rPr lang="tr-TR" dirty="0" err="1"/>
              <a:t>Progress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249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 bwMode="auto">
          <a:xfrm>
            <a:off x="457200" y="189135"/>
            <a:ext cx="8229600" cy="863601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latin typeface="Arial" charset="0"/>
                <a:cs typeface="Arial" charset="0"/>
              </a:rPr>
              <a:t>Previous Progress Meeting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0"/>
          </p:nvPr>
        </p:nvSpPr>
        <p:spPr bwMode="auto">
          <a:xfrm>
            <a:off x="395288" y="1495425"/>
            <a:ext cx="82296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sz="1600" b="1" dirty="0"/>
              <a:t>Progress Meeting 1 Summary (March 5, 2026):</a:t>
            </a:r>
            <a:endParaRPr lang="en-US" dirty="0">
              <a:latin typeface="Arial" charset="0"/>
              <a:cs typeface="Arial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endParaRPr lang="en-US" dirty="0">
              <a:latin typeface="Arial" charset="0"/>
              <a:cs typeface="Arial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 dirty="0"/>
              <a:t>What was accomplished: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/>
              <a:t>• GitHub repo </a:t>
            </a:r>
            <a:r>
              <a:rPr lang="tr-TR" sz="1300" b="0" dirty="0" err="1"/>
              <a:t>created</a:t>
            </a:r>
            <a:endParaRPr sz="1300" b="0" dirty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/>
              <a:t>• Single-player demo built (</a:t>
            </a:r>
            <a:r>
              <a:rPr sz="1300" b="0" dirty="0" err="1"/>
              <a:t>Tkinter</a:t>
            </a:r>
            <a:r>
              <a:rPr sz="1300" b="0" dirty="0"/>
              <a:t> + Gemini API, 5 rooms, 3 NPCs)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/>
              <a:t>• Architecture documented (Structured Chaos: referee + LLM narrator)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/>
              <a:t>• Project proposal and registration form submitted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endParaRPr sz="1300" b="0" dirty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 dirty="0"/>
              <a:t>What was planned next: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/>
              <a:t>• Design scenario JSON schema and validation rules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/>
              <a:t>• Implement LLM-based scenario generation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/>
              <a:t>• Start universe templates (noir, cyberpunk, etc.)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/>
              <a:t>• Begin backend migration from Python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864096"/>
          </a:xfrm>
        </p:spPr>
        <p:txBody>
          <a:bodyPr/>
          <a:lstStyle/>
          <a:p>
            <a:r>
              <a:rPr lang="en-US" dirty="0"/>
              <a:t>Current Progress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395536" y="1495325"/>
            <a:ext cx="8229600" cy="4741987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sz="1500" b="1" dirty="0"/>
              <a:t>WP2 — Core Engine, Scenarios &amp; Web Platform (W3-W6)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endParaRPr sz="1500" b="1" dirty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 dirty="0"/>
              <a:t>Major Accomplishments: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 dirty="0"/>
              <a:t>• Full migration from Python/</a:t>
            </a:r>
            <a:r>
              <a:rPr sz="1200" b="0" dirty="0" err="1"/>
              <a:t>Tkinter</a:t>
            </a:r>
            <a:r>
              <a:rPr sz="1200" b="0" dirty="0"/>
              <a:t> to TypeScript </a:t>
            </a:r>
            <a:r>
              <a:rPr sz="1200" b="0" dirty="0" err="1"/>
              <a:t>monorepo</a:t>
            </a:r>
            <a:endParaRPr sz="1200" b="0" dirty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 dirty="0"/>
              <a:t>  (Node.js + Express backend, </a:t>
            </a:r>
            <a:r>
              <a:rPr sz="1200" b="0" dirty="0" err="1"/>
              <a:t>Next.js</a:t>
            </a:r>
            <a:r>
              <a:rPr sz="1200" b="0" dirty="0"/>
              <a:t> 15 + React 19 frontend)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 dirty="0"/>
              <a:t>• 6 complete game scenarios designed and implemented: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 dirty="0"/>
              <a:t>  Noir, Haunted Manor, Space Station, Pirate, Western, Cyberpunk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 dirty="0"/>
              <a:t>  Each with 5 rooms, 3 NPCs (with dialogue), 5 items (evidence system)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 dirty="0"/>
              <a:t>• OpenAI GPT-5.4 streaming narration via Server-Sent Events (SSE)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 dirty="0"/>
              <a:t>• GPT-5-nano integration for real-time follow-up action suggestions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 dirty="0"/>
              <a:t>• Session management with UUID-based routing (/session/[id])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 dirty="0"/>
              <a:t>• Rich markdown rendering (bold, italic, blockquotes, headings)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 dirty="0"/>
              <a:t>• Dark noir-themed responsive UI with scenario selection grid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 dirty="0"/>
              <a:t>• REST API with 6 endpoints (scenarios, sessions, chat, suggestions)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endParaRPr sz="1200" b="0" dirty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 dirty="0"/>
              <a:t>Work Distribution: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 dirty="0"/>
              <a:t>• Batuhan: </a:t>
            </a:r>
            <a:r>
              <a:rPr sz="1200" b="0" dirty="0" err="1"/>
              <a:t>Monorepo</a:t>
            </a:r>
            <a:r>
              <a:rPr sz="1200" b="0" dirty="0"/>
              <a:t> setup, GCP infra, server architecture, API design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 dirty="0"/>
              <a:t>• Kadir: </a:t>
            </a:r>
            <a:r>
              <a:rPr sz="1200" b="0" dirty="0" err="1"/>
              <a:t>Next.js</a:t>
            </a:r>
            <a:r>
              <a:rPr sz="1200" b="0" dirty="0"/>
              <a:t> frontend, scenario picker UI, chat components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 dirty="0"/>
              <a:t>• Serdar: Express backend, session store, SSE streaming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 dirty="0"/>
              <a:t>• Ata Berke: 6 scenario scripts (rooms, NPCs, items), prompt engineering</a:t>
            </a:r>
          </a:p>
        </p:txBody>
      </p:sp>
    </p:spTree>
    <p:extLst>
      <p:ext uri="{BB962C8B-B14F-4D97-AF65-F5344CB8AC3E}">
        <p14:creationId xmlns:p14="http://schemas.microsoft.com/office/powerpoint/2010/main" val="1391305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/>
          <a:lstStyle/>
          <a:p>
            <a:r>
              <a:rPr lang="tr-TR" dirty="0" err="1"/>
              <a:t>Next</a:t>
            </a:r>
            <a:r>
              <a:rPr lang="tr-TR" dirty="0"/>
              <a:t> </a:t>
            </a:r>
            <a:r>
              <a:rPr lang="en-US" dirty="0"/>
              <a:t>Progress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sz="1500" b="1"/>
              <a:t>Next: WP3 — Multiplayer, Persistence &amp; Advanced Features (W7-W10)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endParaRPr sz="1500" b="1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/>
              <a:t>Planned Tasks: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• Implement explicit GameState tracking on server (room, inventory, visited)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• Add Socket.IO for real-time multiplayer co-op sessions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• Migrate from in-memory SessionStore to Firestore for persistence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• Deploy backend to Google Cloud Run, frontend to Firebase Hosting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• Add image generation for scene visualization (gpt-image-1.5)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• Implement game-over conditions and win/lose scenarios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• Add user authentication (Firebase Auth)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endParaRPr sz="1200" b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/>
              <a:t>Work Distribution: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• Batuhan: GCP deployment (Cloud Run + Firebase), Firestore migration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• Kadir: Multiplayer UI, player indicators, shared game view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• Serdar: Socket.IO backend, multiplayer session management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• Ata Berke: Image generation prompts, game-over logic, balancing</a:t>
            </a:r>
          </a:p>
        </p:txBody>
      </p:sp>
    </p:spTree>
    <p:extLst>
      <p:ext uri="{BB962C8B-B14F-4D97-AF65-F5344CB8AC3E}">
        <p14:creationId xmlns:p14="http://schemas.microsoft.com/office/powerpoint/2010/main" val="1123569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/>
          <a:lstStyle/>
          <a:p>
            <a:r>
              <a:rPr lang="tr-TR" dirty="0" err="1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sz="1200" b="0"/>
              <a:t>[1] N. Montfort, Twisty Little Passages: An Approach to Interactive Fiction. MIT Press, 2003.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[2] A. Plotkin, The Inform Designer's Handbook, 2004.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[3] P. Ammanabrolu et al., How to Avoid Being Eaten by a Grue, arXiv:2006.07409, 2020.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[4] N. Walton, AI Dungeon, Latitude, 2019. https://aidungeon.io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[5] OpenAI, GPT-5 API Documentation, 2025. https://platform.openai.com/docs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[6] N. Shaker et al., Procedural Content Generation in Games. Springer, 2016.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[7] Socket.IO Documentation, 2024. https://socket.io/docs/v4/</a:t>
            </a:r>
          </a:p>
        </p:txBody>
      </p:sp>
    </p:spTree>
    <p:extLst>
      <p:ext uri="{BB962C8B-B14F-4D97-AF65-F5344CB8AC3E}">
        <p14:creationId xmlns:p14="http://schemas.microsoft.com/office/powerpoint/2010/main" val="2621581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KU Presentation - English (1)</Template>
  <TotalTime>35</TotalTime>
  <Words>651</Words>
  <Application>Microsoft Macintosh PowerPoint</Application>
  <PresentationFormat>On-screen Show (4:3)</PresentationFormat>
  <Paragraphs>75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Office Theme</vt:lpstr>
      <vt:lpstr>PowerPoint Presentation</vt:lpstr>
      <vt:lpstr>Comp491 Project Progress</vt:lpstr>
      <vt:lpstr>Previous Progress Meeting</vt:lpstr>
      <vt:lpstr>Current Progress Meeting</vt:lpstr>
      <vt:lpstr>Next Progress Meeting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oozkasap</dc:creator>
  <cp:lastModifiedBy>Batuhan Karaman - Madlen</cp:lastModifiedBy>
  <cp:revision>19</cp:revision>
  <dcterms:created xsi:type="dcterms:W3CDTF">2016-10-17T16:26:15Z</dcterms:created>
  <dcterms:modified xsi:type="dcterms:W3CDTF">2026-03-12T20:19:15Z</dcterms:modified>
</cp:coreProperties>
</file>