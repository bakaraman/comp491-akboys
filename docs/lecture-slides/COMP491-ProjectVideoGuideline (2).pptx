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9EED86-B478-99A4-24BB-B5A65F8913E0}" v="122" dt="2020-09-28T12:06:16.070"/>
    <p1510:client id="{A91EB0EE-3A4E-2090-B7C5-F2A778A1893F}" v="4" dt="2019-05-02T18:49:16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204" y="-6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RA ZINDANCIOGLU" userId="S::azindancioglu15@ku.edu.tr::12114d8c-bb20-47d4-843b-505f2f963818" providerId="AD" clId="Web-{4D9EED86-B478-99A4-24BB-B5A65F8913E0}"/>
    <pc:docChg chg="modSld">
      <pc:chgData name="ALARA ZINDANCIOGLU" userId="S::azindancioglu15@ku.edu.tr::12114d8c-bb20-47d4-843b-505f2f963818" providerId="AD" clId="Web-{4D9EED86-B478-99A4-24BB-B5A65F8913E0}" dt="2020-09-28T12:06:16.070" v="119"/>
      <pc:docMkLst>
        <pc:docMk/>
      </pc:docMkLst>
      <pc:sldChg chg="addSp delSp modSp">
        <pc:chgData name="ALARA ZINDANCIOGLU" userId="S::azindancioglu15@ku.edu.tr::12114d8c-bb20-47d4-843b-505f2f963818" providerId="AD" clId="Web-{4D9EED86-B478-99A4-24BB-B5A65F8913E0}" dt="2020-09-28T12:06:10.820" v="115" actId="20577"/>
        <pc:sldMkLst>
          <pc:docMk/>
          <pc:sldMk cId="2822827638" sldId="256"/>
        </pc:sldMkLst>
        <pc:spChg chg="add">
          <ac:chgData name="ALARA ZINDANCIOGLU" userId="S::azindancioglu15@ku.edu.tr::12114d8c-bb20-47d4-843b-505f2f963818" providerId="AD" clId="Web-{4D9EED86-B478-99A4-24BB-B5A65F8913E0}" dt="2020-09-28T12:06:03.929" v="114"/>
          <ac:spMkLst>
            <pc:docMk/>
            <pc:sldMk cId="2822827638" sldId="256"/>
            <ac:spMk id="2" creationId="{5EDDCCF2-C4B5-4057-AFFB-82891856BA54}"/>
          </ac:spMkLst>
        </pc:spChg>
        <pc:spChg chg="mod">
          <ac:chgData name="ALARA ZINDANCIOGLU" userId="S::azindancioglu15@ku.edu.tr::12114d8c-bb20-47d4-843b-505f2f963818" providerId="AD" clId="Web-{4D9EED86-B478-99A4-24BB-B5A65F8913E0}" dt="2020-09-28T12:06:10.820" v="115" actId="20577"/>
          <ac:spMkLst>
            <pc:docMk/>
            <pc:sldMk cId="2822827638" sldId="256"/>
            <ac:spMk id="5" creationId="{00000000-0000-0000-0000-000000000000}"/>
          </ac:spMkLst>
        </pc:spChg>
        <pc:spChg chg="del">
          <ac:chgData name="ALARA ZINDANCIOGLU" userId="S::azindancioglu15@ku.edu.tr::12114d8c-bb20-47d4-843b-505f2f963818" providerId="AD" clId="Web-{4D9EED86-B478-99A4-24BB-B5A65F8913E0}" dt="2020-09-28T12:06:03.460" v="113"/>
          <ac:spMkLst>
            <pc:docMk/>
            <pc:sldMk cId="2822827638" sldId="256"/>
            <ac:spMk id="10" creationId="{2D66E7D7-5CEC-4F3C-A4E3-F8E207BF3661}"/>
          </ac:spMkLst>
        </pc:spChg>
      </pc:sldChg>
      <pc:sldChg chg="modSp">
        <pc:chgData name="ALARA ZINDANCIOGLU" userId="S::azindancioglu15@ku.edu.tr::12114d8c-bb20-47d4-843b-505f2f963818" providerId="AD" clId="Web-{4D9EED86-B478-99A4-24BB-B5A65F8913E0}" dt="2020-09-28T12:05:52.928" v="111" actId="20577"/>
        <pc:sldMkLst>
          <pc:docMk/>
          <pc:sldMk cId="3767660054" sldId="257"/>
        </pc:sldMkLst>
        <pc:spChg chg="mod">
          <ac:chgData name="ALARA ZINDANCIOGLU" userId="S::azindancioglu15@ku.edu.tr::12114d8c-bb20-47d4-843b-505f2f963818" providerId="AD" clId="Web-{4D9EED86-B478-99A4-24BB-B5A65F8913E0}" dt="2020-09-28T12:04:58.347" v="26" actId="20577"/>
          <ac:spMkLst>
            <pc:docMk/>
            <pc:sldMk cId="3767660054" sldId="257"/>
            <ac:spMk id="3" creationId="{00000000-0000-0000-0000-000000000000}"/>
          </ac:spMkLst>
        </pc:spChg>
        <pc:spChg chg="mod">
          <ac:chgData name="ALARA ZINDANCIOGLU" userId="S::azindancioglu15@ku.edu.tr::12114d8c-bb20-47d4-843b-505f2f963818" providerId="AD" clId="Web-{4D9EED86-B478-99A4-24BB-B5A65F8913E0}" dt="2020-09-28T12:04:53.346" v="18" actId="20577"/>
          <ac:spMkLst>
            <pc:docMk/>
            <pc:sldMk cId="3767660054" sldId="257"/>
            <ac:spMk id="13" creationId="{E32EBDD9-FC84-4730-8462-0D6F4186617E}"/>
          </ac:spMkLst>
        </pc:spChg>
        <pc:spChg chg="mod">
          <ac:chgData name="ALARA ZINDANCIOGLU" userId="S::azindancioglu15@ku.edu.tr::12114d8c-bb20-47d4-843b-505f2f963818" providerId="AD" clId="Web-{4D9EED86-B478-99A4-24BB-B5A65F8913E0}" dt="2020-09-28T12:05:52.928" v="111" actId="20577"/>
          <ac:spMkLst>
            <pc:docMk/>
            <pc:sldMk cId="3767660054" sldId="257"/>
            <ac:spMk id="14" creationId="{F9800CF8-3D60-44B0-80C4-EFAC276E65E1}"/>
          </ac:spMkLst>
        </pc:spChg>
      </pc:sldChg>
      <pc:sldChg chg="addSp delSp">
        <pc:chgData name="ALARA ZINDANCIOGLU" userId="S::azindancioglu15@ku.edu.tr::12114d8c-bb20-47d4-843b-505f2f963818" providerId="AD" clId="Web-{4D9EED86-B478-99A4-24BB-B5A65F8913E0}" dt="2020-09-28T12:06:16.070" v="119"/>
        <pc:sldMkLst>
          <pc:docMk/>
          <pc:sldMk cId="2511473637" sldId="258"/>
        </pc:sldMkLst>
        <pc:spChg chg="del">
          <ac:chgData name="ALARA ZINDANCIOGLU" userId="S::azindancioglu15@ku.edu.tr::12114d8c-bb20-47d4-843b-505f2f963818" providerId="AD" clId="Web-{4D9EED86-B478-99A4-24BB-B5A65F8913E0}" dt="2020-09-28T12:06:15.523" v="118"/>
          <ac:spMkLst>
            <pc:docMk/>
            <pc:sldMk cId="2511473637" sldId="258"/>
            <ac:spMk id="6" creationId="{F4949631-8A7A-4FD2-9C68-0AB813C7810F}"/>
          </ac:spMkLst>
        </pc:spChg>
        <pc:spChg chg="add">
          <ac:chgData name="ALARA ZINDANCIOGLU" userId="S::azindancioglu15@ku.edu.tr::12114d8c-bb20-47d4-843b-505f2f963818" providerId="AD" clId="Web-{4D9EED86-B478-99A4-24BB-B5A65F8913E0}" dt="2020-09-28T12:06:16.070" v="119"/>
          <ac:spMkLst>
            <pc:docMk/>
            <pc:sldMk cId="2511473637" sldId="258"/>
            <ac:spMk id="7" creationId="{6129BDE3-A680-4B0F-A760-3320258B82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586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018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64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501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158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732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099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222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787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90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239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FC82E-9F1C-461A-B5E4-24A87DB0AD9A}" type="datetimeFigureOut">
              <a:rPr lang="tr-TR" smtClean="0"/>
              <a:t>15.02.2021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C400C-F667-487F-B0EF-95E239AE63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038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14" y="256493"/>
            <a:ext cx="1584550" cy="13002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25855" y="6021289"/>
            <a:ext cx="9144000" cy="872008"/>
            <a:chOff x="0" y="29366180"/>
            <a:chExt cx="43152896" cy="3037877"/>
          </a:xfrm>
        </p:grpSpPr>
        <p:pic>
          <p:nvPicPr>
            <p:cNvPr id="20" name="Picture 5" descr="Koç Üniversites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76434" y="29366180"/>
              <a:ext cx="16112014" cy="3037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" name="Group 20"/>
            <p:cNvGrpSpPr/>
            <p:nvPr/>
          </p:nvGrpSpPr>
          <p:grpSpPr>
            <a:xfrm>
              <a:off x="0" y="29366180"/>
              <a:ext cx="43152896" cy="3037877"/>
              <a:chOff x="0" y="29366180"/>
              <a:chExt cx="43152896" cy="3037877"/>
            </a:xfrm>
          </p:grpSpPr>
          <p:pic>
            <p:nvPicPr>
              <p:cNvPr id="22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40920" y="29366180"/>
                <a:ext cx="15811976" cy="3037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" name="Picture 5" descr="Koç Üniversites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29366180"/>
                <a:ext cx="16112014" cy="3037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" name="TextBox 1"/>
          <p:cNvSpPr txBox="1"/>
          <p:nvPr/>
        </p:nvSpPr>
        <p:spPr>
          <a:xfrm>
            <a:off x="96236" y="1707311"/>
            <a:ext cx="8903528" cy="26394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600" dirty="0" err="1">
                <a:solidFill>
                  <a:schemeClr val="bg1"/>
                </a:solidFill>
              </a:rPr>
              <a:t>Guideline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for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the</a:t>
            </a:r>
            <a:r>
              <a:rPr lang="tr-TR" sz="1600" dirty="0">
                <a:solidFill>
                  <a:schemeClr val="bg1"/>
                </a:solidFill>
              </a:rPr>
              <a:t> Video </a:t>
            </a:r>
            <a:r>
              <a:rPr lang="tr-TR" sz="1600" dirty="0" err="1">
                <a:solidFill>
                  <a:schemeClr val="bg1"/>
                </a:solidFill>
              </a:rPr>
              <a:t>preparation</a:t>
            </a:r>
            <a:r>
              <a:rPr lang="tr-TR" sz="1600" dirty="0">
                <a:solidFill>
                  <a:schemeClr val="bg1"/>
                </a:solidFill>
              </a:rPr>
              <a:t> (</a:t>
            </a:r>
            <a:r>
              <a:rPr lang="tr-TR" sz="1600" dirty="0" err="1">
                <a:solidFill>
                  <a:schemeClr val="bg1"/>
                </a:solidFill>
              </a:rPr>
              <a:t>no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more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than</a:t>
            </a:r>
            <a:r>
              <a:rPr lang="tr-TR" sz="1600" dirty="0">
                <a:solidFill>
                  <a:schemeClr val="bg1"/>
                </a:solidFill>
              </a:rPr>
              <a:t> 2 </a:t>
            </a:r>
            <a:r>
              <a:rPr lang="tr-TR" sz="1600" dirty="0" err="1">
                <a:solidFill>
                  <a:schemeClr val="bg1"/>
                </a:solidFill>
              </a:rPr>
              <a:t>minutes</a:t>
            </a:r>
            <a:r>
              <a:rPr lang="tr-TR" sz="1600" dirty="0">
                <a:solidFill>
                  <a:schemeClr val="bg1"/>
                </a:solidFill>
              </a:rPr>
              <a:t>):</a:t>
            </a:r>
            <a:endParaRPr lang="tr-TR" sz="1600" dirty="0">
              <a:solidFill>
                <a:schemeClr val="bg1"/>
              </a:solidFill>
              <a:cs typeface="Calibri"/>
            </a:endParaRPr>
          </a:p>
          <a:p>
            <a:pPr marL="1257300" lvl="2" indent="-342900">
              <a:lnSpc>
                <a:spcPct val="150000"/>
              </a:lnSpc>
              <a:buAutoNum type="arabicPeriod"/>
            </a:pPr>
            <a:r>
              <a:rPr lang="en-GB" sz="1600" dirty="0">
                <a:solidFill>
                  <a:schemeClr val="bg1"/>
                </a:solidFill>
              </a:rPr>
              <a:t>State the problem and describe the goal of your project (max: </a:t>
            </a:r>
            <a:r>
              <a:rPr lang="tr-TR" sz="1600" dirty="0">
                <a:solidFill>
                  <a:schemeClr val="bg1"/>
                </a:solidFill>
              </a:rPr>
              <a:t>2</a:t>
            </a:r>
            <a:r>
              <a:rPr lang="en-GB" sz="1600" dirty="0">
                <a:solidFill>
                  <a:schemeClr val="bg1"/>
                </a:solidFill>
              </a:rPr>
              <a:t>0 sec)</a:t>
            </a:r>
            <a:endParaRPr lang="tr-TR" sz="1600" dirty="0">
              <a:solidFill>
                <a:schemeClr val="bg1"/>
              </a:solidFill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2.    Describe the motivation behind and the significance of your project (max: </a:t>
            </a:r>
            <a:r>
              <a:rPr lang="tr-TR" sz="1600" dirty="0">
                <a:solidFill>
                  <a:schemeClr val="bg1"/>
                </a:solidFill>
              </a:rPr>
              <a:t>2</a:t>
            </a:r>
            <a:r>
              <a:rPr lang="en-GB" sz="1600" dirty="0">
                <a:solidFill>
                  <a:schemeClr val="bg1"/>
                </a:solidFill>
              </a:rPr>
              <a:t>0 sec)</a:t>
            </a:r>
            <a:endParaRPr lang="en-GB" sz="1600" dirty="0">
              <a:solidFill>
                <a:schemeClr val="bg1"/>
              </a:solidFill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3.    </a:t>
            </a:r>
            <a:r>
              <a:rPr lang="tr-TR" sz="1600" dirty="0" err="1">
                <a:solidFill>
                  <a:schemeClr val="bg1"/>
                </a:solidFill>
              </a:rPr>
              <a:t>Explain</a:t>
            </a:r>
            <a:r>
              <a:rPr lang="en-GB" sz="1600" dirty="0">
                <a:solidFill>
                  <a:schemeClr val="bg1"/>
                </a:solidFill>
              </a:rPr>
              <a:t> the parts of your design, their functions, and the methods you used. </a:t>
            </a:r>
            <a:r>
              <a:rPr lang="tr-TR" sz="1600" dirty="0">
                <a:solidFill>
                  <a:schemeClr val="bg1"/>
                </a:solidFill>
              </a:rPr>
              <a:t>(</a:t>
            </a:r>
            <a:r>
              <a:rPr lang="tr-TR" sz="1600" dirty="0" err="1">
                <a:solidFill>
                  <a:schemeClr val="bg1"/>
                </a:solidFill>
              </a:rPr>
              <a:t>max</a:t>
            </a:r>
            <a:r>
              <a:rPr lang="tr-TR" sz="1600" dirty="0">
                <a:solidFill>
                  <a:schemeClr val="bg1"/>
                </a:solidFill>
              </a:rPr>
              <a:t>: 60 </a:t>
            </a:r>
            <a:r>
              <a:rPr lang="tr-TR" sz="1600" dirty="0" err="1">
                <a:solidFill>
                  <a:schemeClr val="bg1"/>
                </a:solidFill>
              </a:rPr>
              <a:t>sec</a:t>
            </a:r>
            <a:r>
              <a:rPr lang="tr-TR" sz="1600" dirty="0">
                <a:solidFill>
                  <a:schemeClr val="bg1"/>
                </a:solidFill>
              </a:rPr>
              <a:t>)</a:t>
            </a:r>
            <a:endParaRPr lang="tr-TR" sz="1600" dirty="0">
              <a:solidFill>
                <a:schemeClr val="bg1"/>
              </a:solidFill>
              <a:cs typeface="Calibri"/>
            </a:endParaRPr>
          </a:p>
          <a:p>
            <a:pPr lvl="3">
              <a:lnSpc>
                <a:spcPct val="150000"/>
              </a:lnSpc>
            </a:pPr>
            <a:r>
              <a:rPr lang="tr-TR" sz="1600" dirty="0">
                <a:solidFill>
                  <a:schemeClr val="bg1"/>
                </a:solidFill>
              </a:rPr>
              <a:t>- </a:t>
            </a:r>
            <a:r>
              <a:rPr lang="tr-TR" sz="1600" dirty="0" err="1">
                <a:solidFill>
                  <a:schemeClr val="bg1"/>
                </a:solidFill>
              </a:rPr>
              <a:t>Demonstrate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the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functions</a:t>
            </a:r>
            <a:r>
              <a:rPr lang="tr-TR" sz="1600" dirty="0">
                <a:solidFill>
                  <a:schemeClr val="bg1"/>
                </a:solidFill>
              </a:rPr>
              <a:t> of </a:t>
            </a:r>
            <a:r>
              <a:rPr lang="tr-TR" sz="1600" dirty="0" err="1">
                <a:solidFill>
                  <a:schemeClr val="bg1"/>
                </a:solidFill>
              </a:rPr>
              <a:t>your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system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en-GB" sz="1600" dirty="0">
                <a:solidFill>
                  <a:schemeClr val="bg1"/>
                </a:solidFill>
              </a:rPr>
              <a:t>on the video</a:t>
            </a:r>
            <a:endParaRPr lang="en-GB" sz="1600" dirty="0">
              <a:solidFill>
                <a:schemeClr val="bg1"/>
              </a:solidFill>
              <a:cs typeface="Calibri"/>
            </a:endParaRPr>
          </a:p>
          <a:p>
            <a:pPr lvl="3">
              <a:lnSpc>
                <a:spcPct val="150000"/>
              </a:lnSpc>
            </a:pPr>
            <a:r>
              <a:rPr lang="tr-TR" sz="1600" dirty="0">
                <a:solidFill>
                  <a:schemeClr val="bg1"/>
                </a:solidFill>
              </a:rPr>
              <a:t>- </a:t>
            </a:r>
            <a:r>
              <a:rPr lang="tr-TR" sz="1600" dirty="0" err="1">
                <a:solidFill>
                  <a:schemeClr val="bg1"/>
                </a:solidFill>
              </a:rPr>
              <a:t>Present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the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functionality</a:t>
            </a:r>
            <a:r>
              <a:rPr lang="tr-TR" sz="1600" dirty="0">
                <a:solidFill>
                  <a:schemeClr val="bg1"/>
                </a:solidFill>
              </a:rPr>
              <a:t> of </a:t>
            </a:r>
            <a:r>
              <a:rPr lang="tr-TR" sz="1600" dirty="0" err="1">
                <a:solidFill>
                  <a:schemeClr val="bg1"/>
                </a:solidFill>
              </a:rPr>
              <a:t>your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system</a:t>
            </a:r>
            <a:r>
              <a:rPr lang="tr-TR" sz="1600" dirty="0">
                <a:solidFill>
                  <a:schemeClr val="bg1"/>
                </a:solidFill>
              </a:rPr>
              <a:t> as </a:t>
            </a:r>
            <a:r>
              <a:rPr lang="tr-TR" sz="1600" dirty="0" err="1">
                <a:solidFill>
                  <a:schemeClr val="bg1"/>
                </a:solidFill>
              </a:rPr>
              <a:t>the</a:t>
            </a:r>
            <a:r>
              <a:rPr lang="tr-TR" sz="1600" dirty="0">
                <a:solidFill>
                  <a:schemeClr val="bg1"/>
                </a:solidFill>
              </a:rPr>
              <a:t> video is </a:t>
            </a:r>
            <a:r>
              <a:rPr lang="tr-TR" sz="1600" dirty="0" err="1">
                <a:solidFill>
                  <a:schemeClr val="bg1"/>
                </a:solidFill>
              </a:rPr>
              <a:t>recorded</a:t>
            </a:r>
            <a:r>
              <a:rPr lang="tr-TR" sz="1600" dirty="0">
                <a:solidFill>
                  <a:schemeClr val="bg1"/>
                </a:solidFill>
              </a:rPr>
              <a:t>.</a:t>
            </a:r>
            <a:endParaRPr lang="tr-TR" sz="1600" dirty="0">
              <a:solidFill>
                <a:schemeClr val="bg1"/>
              </a:solidFill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4.    Conclude with the results and main findings of your project  (max: </a:t>
            </a:r>
            <a:r>
              <a:rPr lang="tr-TR" sz="1600" dirty="0">
                <a:solidFill>
                  <a:schemeClr val="bg1"/>
                </a:solidFill>
              </a:rPr>
              <a:t>2</a:t>
            </a:r>
            <a:r>
              <a:rPr lang="en-GB" sz="1600" dirty="0">
                <a:solidFill>
                  <a:schemeClr val="bg1"/>
                </a:solidFill>
              </a:rPr>
              <a:t>0 sec)</a:t>
            </a:r>
            <a:endParaRPr lang="tr-TR" sz="16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236" y="4313539"/>
            <a:ext cx="8724236" cy="15670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1400" b="1" dirty="0">
                <a:solidFill>
                  <a:srgbClr val="00B0F0"/>
                </a:solidFill>
              </a:rPr>
              <a:t>IMPORTANT INFORMATION:</a:t>
            </a:r>
            <a:endParaRPr lang="tr-TR" sz="1400" b="1" dirty="0">
              <a:solidFill>
                <a:srgbClr val="00B0F0"/>
              </a:solidFill>
              <a:cs typeface="Calibri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>
                <a:solidFill>
                  <a:schemeClr val="bg1"/>
                </a:solidFill>
              </a:rPr>
              <a:t>Modify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Slides</a:t>
            </a:r>
            <a:r>
              <a:rPr lang="tr-TR" sz="1400" dirty="0">
                <a:solidFill>
                  <a:schemeClr val="bg1"/>
                </a:solidFill>
              </a:rPr>
              <a:t> 2 </a:t>
            </a:r>
            <a:r>
              <a:rPr lang="tr-TR" sz="1400" dirty="0" err="1">
                <a:solidFill>
                  <a:schemeClr val="bg1"/>
                </a:solidFill>
              </a:rPr>
              <a:t>and</a:t>
            </a:r>
            <a:r>
              <a:rPr lang="tr-TR" sz="1400" dirty="0">
                <a:solidFill>
                  <a:schemeClr val="bg1"/>
                </a:solidFill>
              </a:rPr>
              <a:t> 3 </a:t>
            </a:r>
            <a:r>
              <a:rPr lang="tr-TR" sz="1400" dirty="0" err="1">
                <a:solidFill>
                  <a:schemeClr val="bg1"/>
                </a:solidFill>
              </a:rPr>
              <a:t>and</a:t>
            </a:r>
            <a:r>
              <a:rPr lang="tr-TR" sz="1400" dirty="0">
                <a:solidFill>
                  <a:schemeClr val="bg1"/>
                </a:solidFill>
              </a:rPr>
              <a:t> insert </a:t>
            </a:r>
            <a:r>
              <a:rPr lang="tr-TR" sz="1400" dirty="0" err="1">
                <a:solidFill>
                  <a:schemeClr val="bg1"/>
                </a:solidFill>
              </a:rPr>
              <a:t>them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into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your</a:t>
            </a:r>
            <a:r>
              <a:rPr lang="tr-TR" sz="1400" dirty="0">
                <a:solidFill>
                  <a:schemeClr val="bg1"/>
                </a:solidFill>
              </a:rPr>
              <a:t> video as </a:t>
            </a:r>
            <a:r>
              <a:rPr lang="tr-TR" sz="1400" dirty="0" err="1">
                <a:solidFill>
                  <a:schemeClr val="bg1"/>
                </a:solidFill>
              </a:rPr>
              <a:t>the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starting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and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ending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frame</a:t>
            </a:r>
            <a:r>
              <a:rPr lang="tr-TR" sz="1400" dirty="0">
                <a:solidFill>
                  <a:schemeClr val="bg1"/>
                </a:solidFill>
              </a:rPr>
              <a:t> of </a:t>
            </a:r>
            <a:r>
              <a:rPr lang="tr-TR" sz="1400" dirty="0" err="1">
                <a:solidFill>
                  <a:schemeClr val="bg1"/>
                </a:solidFill>
              </a:rPr>
              <a:t>your</a:t>
            </a:r>
            <a:r>
              <a:rPr lang="tr-TR" sz="1400" dirty="0">
                <a:solidFill>
                  <a:schemeClr val="bg1"/>
                </a:solidFill>
              </a:rPr>
              <a:t> video. </a:t>
            </a:r>
            <a:endParaRPr lang="tr-TR" sz="1400" dirty="0">
              <a:solidFill>
                <a:schemeClr val="bg1"/>
              </a:solidFill>
              <a:cs typeface="Calibri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bg1"/>
                </a:solidFill>
              </a:rPr>
              <a:t>Do not </a:t>
            </a:r>
            <a:r>
              <a:rPr lang="tr-TR" sz="1400" dirty="0" err="1">
                <a:solidFill>
                  <a:schemeClr val="bg1"/>
                </a:solidFill>
              </a:rPr>
              <a:t>forget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to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write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down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your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advisor’s</a:t>
            </a:r>
            <a:r>
              <a:rPr lang="tr-TR" sz="1400" dirty="0">
                <a:solidFill>
                  <a:schemeClr val="bg1"/>
                </a:solidFill>
              </a:rPr>
              <a:t> name at the bottom of the slides.</a:t>
            </a:r>
            <a:endParaRPr lang="tr-TR" sz="1400" dirty="0">
              <a:solidFill>
                <a:schemeClr val="bg1"/>
              </a:solidFill>
              <a:cs typeface="Calibri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>
                <a:solidFill>
                  <a:schemeClr val="bg1"/>
                </a:solidFill>
              </a:rPr>
              <a:t>Submit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your</a:t>
            </a:r>
            <a:r>
              <a:rPr lang="tr-TR" sz="1400" dirty="0">
                <a:solidFill>
                  <a:schemeClr val="bg1"/>
                </a:solidFill>
              </a:rPr>
              <a:t> video </a:t>
            </a:r>
            <a:r>
              <a:rPr lang="tr-TR" sz="1400" dirty="0" err="1">
                <a:solidFill>
                  <a:schemeClr val="bg1"/>
                </a:solidFill>
              </a:rPr>
              <a:t>to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the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folder</a:t>
            </a:r>
            <a:r>
              <a:rPr lang="tr-TR" sz="1400" dirty="0">
                <a:solidFill>
                  <a:schemeClr val="bg1"/>
                </a:solidFill>
              </a:rPr>
              <a:t> in </a:t>
            </a:r>
            <a:r>
              <a:rPr lang="tr-TR" sz="1400" dirty="0" err="1">
                <a:solidFill>
                  <a:schemeClr val="bg1"/>
                </a:solidFill>
              </a:rPr>
              <a:t>the</a:t>
            </a:r>
            <a:r>
              <a:rPr lang="tr-TR" sz="1400" dirty="0">
                <a:solidFill>
                  <a:schemeClr val="bg1"/>
                </a:solidFill>
              </a:rPr>
              <a:t>  </a:t>
            </a:r>
            <a:r>
              <a:rPr lang="tr-TR" sz="1400" dirty="0" err="1">
                <a:solidFill>
                  <a:schemeClr val="bg1"/>
                </a:solidFill>
              </a:rPr>
              <a:t>following</a:t>
            </a:r>
            <a:r>
              <a:rPr lang="tr-TR" sz="1400" dirty="0">
                <a:solidFill>
                  <a:schemeClr val="bg1"/>
                </a:solidFill>
              </a:rPr>
              <a:t> format:</a:t>
            </a:r>
            <a:endParaRPr lang="tr-TR" sz="1400" dirty="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sz="1400" dirty="0">
                <a:solidFill>
                  <a:schemeClr val="bg1"/>
                </a:solidFill>
              </a:rPr>
              <a:t>		Name of </a:t>
            </a:r>
            <a:r>
              <a:rPr lang="tr-TR" sz="1400" dirty="0" err="1">
                <a:solidFill>
                  <a:schemeClr val="bg1"/>
                </a:solidFill>
              </a:rPr>
              <a:t>your</a:t>
            </a:r>
            <a:r>
              <a:rPr lang="tr-TR" sz="1400" dirty="0">
                <a:solidFill>
                  <a:schemeClr val="bg1"/>
                </a:solidFill>
              </a:rPr>
              <a:t> video file: COMP491-Fall2020-&lt;</a:t>
            </a:r>
            <a:r>
              <a:rPr lang="tr-TR" sz="1400" dirty="0" err="1">
                <a:solidFill>
                  <a:schemeClr val="bg1"/>
                </a:solidFill>
              </a:rPr>
              <a:t>ProjectTitle</a:t>
            </a:r>
            <a:r>
              <a:rPr lang="tr-TR" sz="1400" dirty="0">
                <a:solidFill>
                  <a:schemeClr val="bg1"/>
                </a:solidFill>
              </a:rPr>
              <a:t>&gt;	</a:t>
            </a:r>
            <a:endParaRPr lang="tr-TR" sz="14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EBDD9-FC84-4730-8462-0D6F4186617E}"/>
              </a:ext>
            </a:extLst>
          </p:cNvPr>
          <p:cNvSpPr txBox="1"/>
          <p:nvPr/>
        </p:nvSpPr>
        <p:spPr>
          <a:xfrm>
            <a:off x="2195736" y="178301"/>
            <a:ext cx="662473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tr-T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Koç </a:t>
            </a:r>
            <a:r>
              <a:rPr lang="tr-TR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endParaRPr lang="tr-TR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</a:t>
            </a:r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Design Project  </a:t>
            </a:r>
          </a:p>
          <a:p>
            <a:r>
              <a:rPr lang="tr-TR" sz="2400" dirty="0">
                <a:solidFill>
                  <a:schemeClr val="bg1"/>
                </a:solidFill>
                <a:latin typeface="Arial"/>
                <a:cs typeface="Arial"/>
              </a:rPr>
              <a:t>Spring 2021</a:t>
            </a:r>
            <a:endParaRPr lang="tr-T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800CF8-3D60-44B0-80C4-EFAC276E65E1}"/>
              </a:ext>
            </a:extLst>
          </p:cNvPr>
          <p:cNvSpPr txBox="1"/>
          <p:nvPr/>
        </p:nvSpPr>
        <p:spPr>
          <a:xfrm>
            <a:off x="183164" y="6165304"/>
            <a:ext cx="8447441" cy="65543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COMP 491 		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Coordinator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: Metin Sezgin  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TAs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: Alara 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Zindancıoğlu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, Alpay Sabuncuoğlu, Erhan Tezcan</a:t>
            </a:r>
            <a:endParaRPr lang="tr-TR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Advisor: &lt;Name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Surname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66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14" y="256493"/>
            <a:ext cx="1584550" cy="1300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5736" y="185099"/>
            <a:ext cx="662473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tr-T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Koç </a:t>
            </a:r>
            <a:r>
              <a:rPr lang="tr-TR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endParaRPr lang="tr-TR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</a:t>
            </a:r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Design Project  </a:t>
            </a:r>
          </a:p>
          <a:p>
            <a:r>
              <a:rPr lang="tr-TR" sz="2400" dirty="0">
                <a:solidFill>
                  <a:schemeClr val="bg1"/>
                </a:solidFill>
                <a:latin typeface="Arial"/>
                <a:cs typeface="Arial"/>
              </a:rPr>
              <a:t>Spring 2021</a:t>
            </a:r>
            <a:endParaRPr lang="tr-T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5292" y="2133430"/>
            <a:ext cx="335052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&lt;Project </a:t>
            </a:r>
            <a:r>
              <a:rPr lang="tr-TR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tr-T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tr-T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&lt;Team </a:t>
            </a:r>
            <a:r>
              <a:rPr lang="tr-T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tr-T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endParaRPr lang="tr-T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5314" y="2133430"/>
            <a:ext cx="4680742" cy="3599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 err="1"/>
              <a:t>Group</a:t>
            </a:r>
            <a:r>
              <a:rPr lang="tr-TR" b="1" dirty="0"/>
              <a:t> Picture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System</a:t>
            </a:r>
            <a:r>
              <a:rPr lang="tr-TR" b="1" dirty="0"/>
              <a:t> Design Visual</a:t>
            </a:r>
            <a:endParaRPr lang="tr-TR" b="1" dirty="0">
              <a:cs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5CC2C5-4E5C-4990-A10C-3A318A9705DB}"/>
              </a:ext>
            </a:extLst>
          </p:cNvPr>
          <p:cNvGrpSpPr/>
          <p:nvPr/>
        </p:nvGrpSpPr>
        <p:grpSpPr>
          <a:xfrm>
            <a:off x="25855" y="6021289"/>
            <a:ext cx="9144000" cy="872008"/>
            <a:chOff x="0" y="29366180"/>
            <a:chExt cx="43152896" cy="3037877"/>
          </a:xfrm>
        </p:grpSpPr>
        <p:pic>
          <p:nvPicPr>
            <p:cNvPr id="29" name="Picture 5" descr="Koç Üniversitesi">
              <a:extLst>
                <a:ext uri="{FF2B5EF4-FFF2-40B4-BE49-F238E27FC236}">
                  <a16:creationId xmlns:a16="http://schemas.microsoft.com/office/drawing/2014/main" id="{ACEB571F-48AA-4EE2-A0BD-24FA5119C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76434" y="29366180"/>
              <a:ext cx="16112014" cy="3037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04ECA92-3114-40A3-9E5F-218DAF65418E}"/>
                </a:ext>
              </a:extLst>
            </p:cNvPr>
            <p:cNvGrpSpPr/>
            <p:nvPr/>
          </p:nvGrpSpPr>
          <p:grpSpPr>
            <a:xfrm>
              <a:off x="0" y="29366180"/>
              <a:ext cx="43152896" cy="3037877"/>
              <a:chOff x="0" y="29366180"/>
              <a:chExt cx="43152896" cy="3037877"/>
            </a:xfrm>
          </p:grpSpPr>
          <p:pic>
            <p:nvPicPr>
              <p:cNvPr id="31" name="Picture 2">
                <a:extLst>
                  <a:ext uri="{FF2B5EF4-FFF2-40B4-BE49-F238E27FC236}">
                    <a16:creationId xmlns:a16="http://schemas.microsoft.com/office/drawing/2014/main" id="{43C10797-1A9F-47C7-B5DF-2C513EA5D6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40920" y="29366180"/>
                <a:ext cx="15811976" cy="3037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Picture 31" descr="Koç Üniversitesi">
                <a:extLst>
                  <a:ext uri="{FF2B5EF4-FFF2-40B4-BE49-F238E27FC236}">
                    <a16:creationId xmlns:a16="http://schemas.microsoft.com/office/drawing/2014/main" id="{39934DDA-CFFC-444C-ACFC-4B50673424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29366180"/>
                <a:ext cx="16112014" cy="3037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234D55D-D051-4A22-A724-104948E88518}"/>
              </a:ext>
            </a:extLst>
          </p:cNvPr>
          <p:cNvSpPr txBox="1"/>
          <p:nvPr/>
        </p:nvSpPr>
        <p:spPr>
          <a:xfrm>
            <a:off x="183164" y="6165304"/>
            <a:ext cx="8447441" cy="65543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COMP 491 		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Coordinator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: Metin Sezgin  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TAs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: Alara 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Zindancıoğlu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, Alpay Sabuncuoğlu, Erhan Tezcan</a:t>
            </a:r>
            <a:endParaRPr lang="tr-TR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Advisor: &lt;Name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Surname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82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14" y="256493"/>
            <a:ext cx="1584550" cy="1300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4099" y="404664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lang="tr-TR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48535" y="2492896"/>
            <a:ext cx="7921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tr-TR" sz="2400" dirty="0" err="1">
                <a:solidFill>
                  <a:schemeClr val="bg1"/>
                </a:solidFill>
              </a:rPr>
              <a:t>Include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list</a:t>
            </a:r>
            <a:r>
              <a:rPr lang="tr-TR" sz="2400" dirty="0">
                <a:solidFill>
                  <a:schemeClr val="bg1"/>
                </a:solidFill>
              </a:rPr>
              <a:t> of </a:t>
            </a:r>
            <a:r>
              <a:rPr lang="tr-TR" sz="2400" dirty="0" err="1">
                <a:solidFill>
                  <a:schemeClr val="bg1"/>
                </a:solidFill>
              </a:rPr>
              <a:t>people</a:t>
            </a:r>
            <a:r>
              <a:rPr lang="tr-TR" sz="2400" dirty="0">
                <a:solidFill>
                  <a:schemeClr val="bg1"/>
                </a:solidFill>
              </a:rPr>
              <a:t> that you want </a:t>
            </a:r>
            <a:r>
              <a:rPr lang="tr-TR" sz="2400" dirty="0" err="1">
                <a:solidFill>
                  <a:schemeClr val="bg1"/>
                </a:solidFill>
              </a:rPr>
              <a:t>to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acknowledge</a:t>
            </a:r>
            <a:endParaRPr lang="tr-TR" sz="24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45A01E-5208-48B0-9627-9FD4D182106F}"/>
              </a:ext>
            </a:extLst>
          </p:cNvPr>
          <p:cNvGrpSpPr/>
          <p:nvPr/>
        </p:nvGrpSpPr>
        <p:grpSpPr>
          <a:xfrm>
            <a:off x="25855" y="6021289"/>
            <a:ext cx="9144000" cy="872008"/>
            <a:chOff x="0" y="29366180"/>
            <a:chExt cx="43152896" cy="3037877"/>
          </a:xfrm>
        </p:grpSpPr>
        <p:pic>
          <p:nvPicPr>
            <p:cNvPr id="14" name="Picture 5" descr="Koç Üniversitesi">
              <a:extLst>
                <a:ext uri="{FF2B5EF4-FFF2-40B4-BE49-F238E27FC236}">
                  <a16:creationId xmlns:a16="http://schemas.microsoft.com/office/drawing/2014/main" id="{036DF32A-A2A1-4E78-B9B2-763668BC56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76434" y="29366180"/>
              <a:ext cx="16112014" cy="3037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31102E9-7C68-4F6F-A59A-5FEF1953E7D5}"/>
                </a:ext>
              </a:extLst>
            </p:cNvPr>
            <p:cNvGrpSpPr/>
            <p:nvPr/>
          </p:nvGrpSpPr>
          <p:grpSpPr>
            <a:xfrm>
              <a:off x="0" y="29366180"/>
              <a:ext cx="43152896" cy="3037877"/>
              <a:chOff x="0" y="29366180"/>
              <a:chExt cx="43152896" cy="3037877"/>
            </a:xfrm>
          </p:grpSpPr>
          <p:pic>
            <p:nvPicPr>
              <p:cNvPr id="16" name="Picture 2">
                <a:extLst>
                  <a:ext uri="{FF2B5EF4-FFF2-40B4-BE49-F238E27FC236}">
                    <a16:creationId xmlns:a16="http://schemas.microsoft.com/office/drawing/2014/main" id="{7500F4F6-C935-4E17-8EC3-7A09E56D77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40920" y="29366180"/>
                <a:ext cx="15811976" cy="3037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16" descr="Koç Üniversitesi">
                <a:extLst>
                  <a:ext uri="{FF2B5EF4-FFF2-40B4-BE49-F238E27FC236}">
                    <a16:creationId xmlns:a16="http://schemas.microsoft.com/office/drawing/2014/main" id="{12DAB222-310F-428D-9797-13FD44CDC2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29366180"/>
                <a:ext cx="16112014" cy="3037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4173FE-5AA3-4103-AD85-47FE666FC096}"/>
              </a:ext>
            </a:extLst>
          </p:cNvPr>
          <p:cNvSpPr txBox="1"/>
          <p:nvPr/>
        </p:nvSpPr>
        <p:spPr>
          <a:xfrm>
            <a:off x="183164" y="6165304"/>
            <a:ext cx="8447441" cy="65543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COMP 491 		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Coordinator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: Metin Sezgin  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TAs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: Alara </a:t>
            </a:r>
            <a:r>
              <a:rPr lang="tr-TR" sz="1300" dirty="0" err="1">
                <a:solidFill>
                  <a:schemeClr val="bg1"/>
                </a:solidFill>
                <a:latin typeface="Arial"/>
                <a:cs typeface="Arial"/>
              </a:rPr>
              <a:t>Zindancıoğlu</a:t>
            </a:r>
            <a:r>
              <a:rPr lang="tr-TR" sz="1300" dirty="0">
                <a:solidFill>
                  <a:schemeClr val="bg1"/>
                </a:solidFill>
                <a:latin typeface="Arial"/>
                <a:cs typeface="Arial"/>
              </a:rPr>
              <a:t>, Alpay Sabuncuoğlu, Erhan Tezcan</a:t>
            </a:r>
            <a:endParaRPr lang="tr-TR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Advisor: &lt;Name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Surname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tr-TR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473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311</Words>
  <Application>Microsoft Office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COMP491</dc:title>
  <cp:lastModifiedBy>ALARA ZINDANCIOGLU</cp:lastModifiedBy>
  <cp:revision>117</cp:revision>
  <dcterms:created xsi:type="dcterms:W3CDTF">2015-05-01T13:19:52Z</dcterms:created>
  <dcterms:modified xsi:type="dcterms:W3CDTF">2021-02-14T21:06:43Z</dcterms:modified>
</cp:coreProperties>
</file>