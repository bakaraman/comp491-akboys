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2404050" cy="51206400"/>
  <p:notesSz cx="6858000" cy="9144000"/>
  <p:defaultTextStyle>
    <a:defPPr>
      <a:defRPr lang="en-US"/>
    </a:defPPr>
    <a:lvl1pPr marL="0" algn="l" defTabSz="4776860" rtl="0" eaLnBrk="1" latinLnBrk="0" hangingPunct="1">
      <a:defRPr sz="9400" kern="1200">
        <a:solidFill>
          <a:schemeClr val="tx1"/>
        </a:solidFill>
        <a:latin typeface="+mn-lt"/>
        <a:ea typeface="+mn-ea"/>
        <a:cs typeface="+mn-cs"/>
      </a:defRPr>
    </a:lvl1pPr>
    <a:lvl2pPr marL="2388430" algn="l" defTabSz="4776860" rtl="0" eaLnBrk="1" latinLnBrk="0" hangingPunct="1">
      <a:defRPr sz="9400" kern="1200">
        <a:solidFill>
          <a:schemeClr val="tx1"/>
        </a:solidFill>
        <a:latin typeface="+mn-lt"/>
        <a:ea typeface="+mn-ea"/>
        <a:cs typeface="+mn-cs"/>
      </a:defRPr>
    </a:lvl2pPr>
    <a:lvl3pPr marL="4776860" algn="l" defTabSz="4776860" rtl="0" eaLnBrk="1" latinLnBrk="0" hangingPunct="1">
      <a:defRPr sz="9400" kern="1200">
        <a:solidFill>
          <a:schemeClr val="tx1"/>
        </a:solidFill>
        <a:latin typeface="+mn-lt"/>
        <a:ea typeface="+mn-ea"/>
        <a:cs typeface="+mn-cs"/>
      </a:defRPr>
    </a:lvl3pPr>
    <a:lvl4pPr marL="7165290" algn="l" defTabSz="4776860" rtl="0" eaLnBrk="1" latinLnBrk="0" hangingPunct="1">
      <a:defRPr sz="9400" kern="1200">
        <a:solidFill>
          <a:schemeClr val="tx1"/>
        </a:solidFill>
        <a:latin typeface="+mn-lt"/>
        <a:ea typeface="+mn-ea"/>
        <a:cs typeface="+mn-cs"/>
      </a:defRPr>
    </a:lvl4pPr>
    <a:lvl5pPr marL="9553720" algn="l" defTabSz="4776860" rtl="0" eaLnBrk="1" latinLnBrk="0" hangingPunct="1">
      <a:defRPr sz="9400" kern="1200">
        <a:solidFill>
          <a:schemeClr val="tx1"/>
        </a:solidFill>
        <a:latin typeface="+mn-lt"/>
        <a:ea typeface="+mn-ea"/>
        <a:cs typeface="+mn-cs"/>
      </a:defRPr>
    </a:lvl5pPr>
    <a:lvl6pPr marL="11942149" algn="l" defTabSz="4776860" rtl="0" eaLnBrk="1" latinLnBrk="0" hangingPunct="1">
      <a:defRPr sz="9400" kern="1200">
        <a:solidFill>
          <a:schemeClr val="tx1"/>
        </a:solidFill>
        <a:latin typeface="+mn-lt"/>
        <a:ea typeface="+mn-ea"/>
        <a:cs typeface="+mn-cs"/>
      </a:defRPr>
    </a:lvl6pPr>
    <a:lvl7pPr marL="14330580" algn="l" defTabSz="4776860" rtl="0" eaLnBrk="1" latinLnBrk="0" hangingPunct="1">
      <a:defRPr sz="9400" kern="1200">
        <a:solidFill>
          <a:schemeClr val="tx1"/>
        </a:solidFill>
        <a:latin typeface="+mn-lt"/>
        <a:ea typeface="+mn-ea"/>
        <a:cs typeface="+mn-cs"/>
      </a:defRPr>
    </a:lvl7pPr>
    <a:lvl8pPr marL="16719009" algn="l" defTabSz="4776860" rtl="0" eaLnBrk="1" latinLnBrk="0" hangingPunct="1">
      <a:defRPr sz="9400" kern="1200">
        <a:solidFill>
          <a:schemeClr val="tx1"/>
        </a:solidFill>
        <a:latin typeface="+mn-lt"/>
        <a:ea typeface="+mn-ea"/>
        <a:cs typeface="+mn-cs"/>
      </a:defRPr>
    </a:lvl8pPr>
    <a:lvl9pPr marL="19107439" algn="l" defTabSz="4776860" rtl="0" eaLnBrk="1" latinLnBrk="0" hangingPunct="1">
      <a:defRPr sz="9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2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2308" autoAdjust="0"/>
    <p:restoredTop sz="94472" autoAdjust="0"/>
  </p:normalViewPr>
  <p:slideViewPr>
    <p:cSldViewPr>
      <p:cViewPr varScale="1">
        <p:scale>
          <a:sx n="10" d="100"/>
          <a:sy n="10" d="100"/>
        </p:scale>
        <p:origin x="564" y="-128"/>
      </p:cViewPr>
      <p:guideLst>
        <p:guide orient="horz" pos="16128"/>
        <p:guide pos="102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0305" y="15907179"/>
            <a:ext cx="27543443" cy="109761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0609" y="29016960"/>
            <a:ext cx="22682836" cy="13086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38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776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165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553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9421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4330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719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9107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9698" y="32904859"/>
            <a:ext cx="27543443" cy="10170160"/>
          </a:xfrm>
        </p:spPr>
        <p:txBody>
          <a:bodyPr anchor="t"/>
          <a:lstStyle>
            <a:lvl1pPr algn="l">
              <a:defRPr sz="209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9698" y="21703460"/>
            <a:ext cx="27543443" cy="11201397"/>
          </a:xfrm>
        </p:spPr>
        <p:txBody>
          <a:bodyPr anchor="b"/>
          <a:lstStyle>
            <a:lvl1pPr marL="0" indent="0">
              <a:buNone/>
              <a:defRPr sz="10400">
                <a:solidFill>
                  <a:schemeClr val="tx1">
                    <a:tint val="75000"/>
                  </a:schemeClr>
                </a:solidFill>
              </a:defRPr>
            </a:lvl1pPr>
            <a:lvl2pPr marL="2388430" indent="0">
              <a:buNone/>
              <a:defRPr sz="9400">
                <a:solidFill>
                  <a:schemeClr val="tx1">
                    <a:tint val="75000"/>
                  </a:schemeClr>
                </a:solidFill>
              </a:defRPr>
            </a:lvl2pPr>
            <a:lvl3pPr marL="4776860" indent="0">
              <a:buNone/>
              <a:defRPr sz="8400">
                <a:solidFill>
                  <a:schemeClr val="tx1">
                    <a:tint val="75000"/>
                  </a:schemeClr>
                </a:solidFill>
              </a:defRPr>
            </a:lvl3pPr>
            <a:lvl4pPr marL="7165290" indent="0">
              <a:buNone/>
              <a:defRPr sz="7300">
                <a:solidFill>
                  <a:schemeClr val="tx1">
                    <a:tint val="75000"/>
                  </a:schemeClr>
                </a:solidFill>
              </a:defRPr>
            </a:lvl4pPr>
            <a:lvl5pPr marL="9553720" indent="0">
              <a:buNone/>
              <a:defRPr sz="7300">
                <a:solidFill>
                  <a:schemeClr val="tx1">
                    <a:tint val="75000"/>
                  </a:schemeClr>
                </a:solidFill>
              </a:defRPr>
            </a:lvl5pPr>
            <a:lvl6pPr marL="11942149" indent="0">
              <a:buNone/>
              <a:defRPr sz="7300">
                <a:solidFill>
                  <a:schemeClr val="tx1">
                    <a:tint val="75000"/>
                  </a:schemeClr>
                </a:solidFill>
              </a:defRPr>
            </a:lvl6pPr>
            <a:lvl7pPr marL="14330580" indent="0">
              <a:buNone/>
              <a:defRPr sz="7300">
                <a:solidFill>
                  <a:schemeClr val="tx1">
                    <a:tint val="75000"/>
                  </a:schemeClr>
                </a:solidFill>
              </a:defRPr>
            </a:lvl7pPr>
            <a:lvl8pPr marL="16719009" indent="0">
              <a:buNone/>
              <a:defRPr sz="7300">
                <a:solidFill>
                  <a:schemeClr val="tx1">
                    <a:tint val="75000"/>
                  </a:schemeClr>
                </a:solidFill>
              </a:defRPr>
            </a:lvl8pPr>
            <a:lvl9pPr marL="19107439" indent="0">
              <a:buNone/>
              <a:defRPr sz="7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20204" y="11948164"/>
            <a:ext cx="14311789" cy="33793857"/>
          </a:xfrm>
        </p:spPr>
        <p:txBody>
          <a:bodyPr/>
          <a:lstStyle>
            <a:lvl1pPr>
              <a:defRPr sz="14600"/>
            </a:lvl1pPr>
            <a:lvl2pPr>
              <a:defRPr sz="12600"/>
            </a:lvl2pPr>
            <a:lvl3pPr>
              <a:defRPr sz="10400"/>
            </a:lvl3pPr>
            <a:lvl4pPr>
              <a:defRPr sz="9400"/>
            </a:lvl4pPr>
            <a:lvl5pPr>
              <a:defRPr sz="9400"/>
            </a:lvl5pPr>
            <a:lvl6pPr>
              <a:defRPr sz="9400"/>
            </a:lvl6pPr>
            <a:lvl7pPr>
              <a:defRPr sz="9400"/>
            </a:lvl7pPr>
            <a:lvl8pPr>
              <a:defRPr sz="9400"/>
            </a:lvl8pPr>
            <a:lvl9pPr>
              <a:defRPr sz="9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72058" y="11948164"/>
            <a:ext cx="14311789" cy="33793857"/>
          </a:xfrm>
        </p:spPr>
        <p:txBody>
          <a:bodyPr/>
          <a:lstStyle>
            <a:lvl1pPr>
              <a:defRPr sz="14600"/>
            </a:lvl1pPr>
            <a:lvl2pPr>
              <a:defRPr sz="12600"/>
            </a:lvl2pPr>
            <a:lvl3pPr>
              <a:defRPr sz="10400"/>
            </a:lvl3pPr>
            <a:lvl4pPr>
              <a:defRPr sz="9400"/>
            </a:lvl4pPr>
            <a:lvl5pPr>
              <a:defRPr sz="9400"/>
            </a:lvl5pPr>
            <a:lvl6pPr>
              <a:defRPr sz="9400"/>
            </a:lvl6pPr>
            <a:lvl7pPr>
              <a:defRPr sz="9400"/>
            </a:lvl7pPr>
            <a:lvl8pPr>
              <a:defRPr sz="9400"/>
            </a:lvl8pPr>
            <a:lvl9pPr>
              <a:defRPr sz="9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0203" y="11462180"/>
            <a:ext cx="14317416" cy="4776889"/>
          </a:xfrm>
        </p:spPr>
        <p:txBody>
          <a:bodyPr anchor="b"/>
          <a:lstStyle>
            <a:lvl1pPr marL="0" indent="0">
              <a:buNone/>
              <a:defRPr sz="12600" b="1"/>
            </a:lvl1pPr>
            <a:lvl2pPr marL="2388430" indent="0">
              <a:buNone/>
              <a:defRPr sz="10400" b="1"/>
            </a:lvl2pPr>
            <a:lvl3pPr marL="4776860" indent="0">
              <a:buNone/>
              <a:defRPr sz="9400" b="1"/>
            </a:lvl3pPr>
            <a:lvl4pPr marL="7165290" indent="0">
              <a:buNone/>
              <a:defRPr sz="8400" b="1"/>
            </a:lvl4pPr>
            <a:lvl5pPr marL="9553720" indent="0">
              <a:buNone/>
              <a:defRPr sz="8400" b="1"/>
            </a:lvl5pPr>
            <a:lvl6pPr marL="11942149" indent="0">
              <a:buNone/>
              <a:defRPr sz="8400" b="1"/>
            </a:lvl6pPr>
            <a:lvl7pPr marL="14330580" indent="0">
              <a:buNone/>
              <a:defRPr sz="8400" b="1"/>
            </a:lvl7pPr>
            <a:lvl8pPr marL="16719009" indent="0">
              <a:buNone/>
              <a:defRPr sz="8400" b="1"/>
            </a:lvl8pPr>
            <a:lvl9pPr marL="19107439" indent="0">
              <a:buNone/>
              <a:defRPr sz="8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16239068"/>
            <a:ext cx="14317416" cy="29502951"/>
          </a:xfrm>
        </p:spPr>
        <p:txBody>
          <a:bodyPr/>
          <a:lstStyle>
            <a:lvl1pPr>
              <a:defRPr sz="12600"/>
            </a:lvl1pPr>
            <a:lvl2pPr>
              <a:defRPr sz="10400"/>
            </a:lvl2pPr>
            <a:lvl3pPr>
              <a:defRPr sz="9400"/>
            </a:lvl3pPr>
            <a:lvl4pPr>
              <a:defRPr sz="8400"/>
            </a:lvl4pPr>
            <a:lvl5pPr>
              <a:defRPr sz="8400"/>
            </a:lvl5pPr>
            <a:lvl6pPr>
              <a:defRPr sz="8400"/>
            </a:lvl6pPr>
            <a:lvl7pPr>
              <a:defRPr sz="8400"/>
            </a:lvl7pPr>
            <a:lvl8pPr>
              <a:defRPr sz="8400"/>
            </a:lvl8pPr>
            <a:lvl9pPr>
              <a:defRPr sz="8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60810" y="11462180"/>
            <a:ext cx="14323041" cy="4776889"/>
          </a:xfrm>
        </p:spPr>
        <p:txBody>
          <a:bodyPr anchor="b"/>
          <a:lstStyle>
            <a:lvl1pPr marL="0" indent="0">
              <a:buNone/>
              <a:defRPr sz="12600" b="1"/>
            </a:lvl1pPr>
            <a:lvl2pPr marL="2388430" indent="0">
              <a:buNone/>
              <a:defRPr sz="10400" b="1"/>
            </a:lvl2pPr>
            <a:lvl3pPr marL="4776860" indent="0">
              <a:buNone/>
              <a:defRPr sz="9400" b="1"/>
            </a:lvl3pPr>
            <a:lvl4pPr marL="7165290" indent="0">
              <a:buNone/>
              <a:defRPr sz="8400" b="1"/>
            </a:lvl4pPr>
            <a:lvl5pPr marL="9553720" indent="0">
              <a:buNone/>
              <a:defRPr sz="8400" b="1"/>
            </a:lvl5pPr>
            <a:lvl6pPr marL="11942149" indent="0">
              <a:buNone/>
              <a:defRPr sz="8400" b="1"/>
            </a:lvl6pPr>
            <a:lvl7pPr marL="14330580" indent="0">
              <a:buNone/>
              <a:defRPr sz="8400" b="1"/>
            </a:lvl7pPr>
            <a:lvl8pPr marL="16719009" indent="0">
              <a:buNone/>
              <a:defRPr sz="8400" b="1"/>
            </a:lvl8pPr>
            <a:lvl9pPr marL="19107439" indent="0">
              <a:buNone/>
              <a:defRPr sz="8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60810" y="16239068"/>
            <a:ext cx="14323041" cy="29502951"/>
          </a:xfrm>
        </p:spPr>
        <p:txBody>
          <a:bodyPr/>
          <a:lstStyle>
            <a:lvl1pPr>
              <a:defRPr sz="12600"/>
            </a:lvl1pPr>
            <a:lvl2pPr>
              <a:defRPr sz="10400"/>
            </a:lvl2pPr>
            <a:lvl3pPr>
              <a:defRPr sz="9400"/>
            </a:lvl3pPr>
            <a:lvl4pPr>
              <a:defRPr sz="8400"/>
            </a:lvl4pPr>
            <a:lvl5pPr>
              <a:defRPr sz="8400"/>
            </a:lvl5pPr>
            <a:lvl6pPr>
              <a:defRPr sz="8400"/>
            </a:lvl6pPr>
            <a:lvl7pPr>
              <a:defRPr sz="8400"/>
            </a:lvl7pPr>
            <a:lvl8pPr>
              <a:defRPr sz="8400"/>
            </a:lvl8pPr>
            <a:lvl9pPr>
              <a:defRPr sz="8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0205" y="2038773"/>
            <a:ext cx="10660709" cy="8676640"/>
          </a:xfrm>
        </p:spPr>
        <p:txBody>
          <a:bodyPr anchor="b"/>
          <a:lstStyle>
            <a:lvl1pPr algn="l">
              <a:defRPr sz="10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69085" y="2038777"/>
            <a:ext cx="18114764" cy="43703244"/>
          </a:xfrm>
        </p:spPr>
        <p:txBody>
          <a:bodyPr/>
          <a:lstStyle>
            <a:lvl1pPr>
              <a:defRPr sz="16700"/>
            </a:lvl1pPr>
            <a:lvl2pPr>
              <a:defRPr sz="14600"/>
            </a:lvl2pPr>
            <a:lvl3pPr>
              <a:defRPr sz="12600"/>
            </a:lvl3pPr>
            <a:lvl4pPr>
              <a:defRPr sz="10400"/>
            </a:lvl4pPr>
            <a:lvl5pPr>
              <a:defRPr sz="10400"/>
            </a:lvl5pPr>
            <a:lvl6pPr>
              <a:defRPr sz="10400"/>
            </a:lvl6pPr>
            <a:lvl7pPr>
              <a:defRPr sz="10400"/>
            </a:lvl7pPr>
            <a:lvl8pPr>
              <a:defRPr sz="10400"/>
            </a:lvl8pPr>
            <a:lvl9pPr>
              <a:defRPr sz="10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20205" y="10715420"/>
            <a:ext cx="10660709" cy="35026603"/>
          </a:xfrm>
        </p:spPr>
        <p:txBody>
          <a:bodyPr/>
          <a:lstStyle>
            <a:lvl1pPr marL="0" indent="0">
              <a:buNone/>
              <a:defRPr sz="7300"/>
            </a:lvl1pPr>
            <a:lvl2pPr marL="2388430" indent="0">
              <a:buNone/>
              <a:defRPr sz="6300"/>
            </a:lvl2pPr>
            <a:lvl3pPr marL="4776860" indent="0">
              <a:buNone/>
              <a:defRPr sz="5300"/>
            </a:lvl3pPr>
            <a:lvl4pPr marL="7165290" indent="0">
              <a:buNone/>
              <a:defRPr sz="4700"/>
            </a:lvl4pPr>
            <a:lvl5pPr marL="9553720" indent="0">
              <a:buNone/>
              <a:defRPr sz="4700"/>
            </a:lvl5pPr>
            <a:lvl6pPr marL="11942149" indent="0">
              <a:buNone/>
              <a:defRPr sz="4700"/>
            </a:lvl6pPr>
            <a:lvl7pPr marL="14330580" indent="0">
              <a:buNone/>
              <a:defRPr sz="4700"/>
            </a:lvl7pPr>
            <a:lvl8pPr marL="16719009" indent="0">
              <a:buNone/>
              <a:defRPr sz="4700"/>
            </a:lvl8pPr>
            <a:lvl9pPr marL="19107439" indent="0">
              <a:buNone/>
              <a:defRPr sz="4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1421" y="35844480"/>
            <a:ext cx="19442430" cy="4231644"/>
          </a:xfrm>
        </p:spPr>
        <p:txBody>
          <a:bodyPr anchor="b"/>
          <a:lstStyle>
            <a:lvl1pPr algn="l">
              <a:defRPr sz="10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351421" y="4575387"/>
            <a:ext cx="19442430" cy="30723840"/>
          </a:xfrm>
        </p:spPr>
        <p:txBody>
          <a:bodyPr/>
          <a:lstStyle>
            <a:lvl1pPr marL="0" indent="0">
              <a:buNone/>
              <a:defRPr sz="16700"/>
            </a:lvl1pPr>
            <a:lvl2pPr marL="2388430" indent="0">
              <a:buNone/>
              <a:defRPr sz="14600"/>
            </a:lvl2pPr>
            <a:lvl3pPr marL="4776860" indent="0">
              <a:buNone/>
              <a:defRPr sz="12600"/>
            </a:lvl3pPr>
            <a:lvl4pPr marL="7165290" indent="0">
              <a:buNone/>
              <a:defRPr sz="10400"/>
            </a:lvl4pPr>
            <a:lvl5pPr marL="9553720" indent="0">
              <a:buNone/>
              <a:defRPr sz="10400"/>
            </a:lvl5pPr>
            <a:lvl6pPr marL="11942149" indent="0">
              <a:buNone/>
              <a:defRPr sz="10400"/>
            </a:lvl6pPr>
            <a:lvl7pPr marL="14330580" indent="0">
              <a:buNone/>
              <a:defRPr sz="10400"/>
            </a:lvl7pPr>
            <a:lvl8pPr marL="16719009" indent="0">
              <a:buNone/>
              <a:defRPr sz="10400"/>
            </a:lvl8pPr>
            <a:lvl9pPr marL="19107439" indent="0">
              <a:buNone/>
              <a:defRPr sz="10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51421" y="40076125"/>
            <a:ext cx="19442430" cy="6009636"/>
          </a:xfrm>
        </p:spPr>
        <p:txBody>
          <a:bodyPr/>
          <a:lstStyle>
            <a:lvl1pPr marL="0" indent="0">
              <a:buNone/>
              <a:defRPr sz="7300"/>
            </a:lvl1pPr>
            <a:lvl2pPr marL="2388430" indent="0">
              <a:buNone/>
              <a:defRPr sz="6300"/>
            </a:lvl2pPr>
            <a:lvl3pPr marL="4776860" indent="0">
              <a:buNone/>
              <a:defRPr sz="5300"/>
            </a:lvl3pPr>
            <a:lvl4pPr marL="7165290" indent="0">
              <a:buNone/>
              <a:defRPr sz="4700"/>
            </a:lvl4pPr>
            <a:lvl5pPr marL="9553720" indent="0">
              <a:buNone/>
              <a:defRPr sz="4700"/>
            </a:lvl5pPr>
            <a:lvl6pPr marL="11942149" indent="0">
              <a:buNone/>
              <a:defRPr sz="4700"/>
            </a:lvl6pPr>
            <a:lvl7pPr marL="14330580" indent="0">
              <a:buNone/>
              <a:defRPr sz="4700"/>
            </a:lvl7pPr>
            <a:lvl8pPr marL="16719009" indent="0">
              <a:buNone/>
              <a:defRPr sz="4700"/>
            </a:lvl8pPr>
            <a:lvl9pPr marL="19107439" indent="0">
              <a:buNone/>
              <a:defRPr sz="4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492936" y="2050634"/>
            <a:ext cx="7290911" cy="436913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0203" y="2050634"/>
            <a:ext cx="21332666" cy="436913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20203" y="2050630"/>
            <a:ext cx="29163646" cy="8534400"/>
          </a:xfrm>
          <a:prstGeom prst="rect">
            <a:avLst/>
          </a:prstGeom>
        </p:spPr>
        <p:txBody>
          <a:bodyPr vert="horz" lIns="477686" tIns="238843" rIns="477686" bIns="238843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0203" y="11948164"/>
            <a:ext cx="29163646" cy="33793857"/>
          </a:xfrm>
          <a:prstGeom prst="rect">
            <a:avLst/>
          </a:prstGeom>
        </p:spPr>
        <p:txBody>
          <a:bodyPr vert="horz" lIns="477686" tIns="238843" rIns="477686" bIns="23884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20203" y="47460752"/>
            <a:ext cx="7560946" cy="2726267"/>
          </a:xfrm>
          <a:prstGeom prst="rect">
            <a:avLst/>
          </a:prstGeom>
        </p:spPr>
        <p:txBody>
          <a:bodyPr vert="horz" lIns="477686" tIns="238843" rIns="477686" bIns="238843" rtlCol="0" anchor="ctr"/>
          <a:lstStyle>
            <a:lvl1pPr algn="l">
              <a:defRPr sz="6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71385" y="47460752"/>
            <a:ext cx="10261283" cy="2726267"/>
          </a:xfrm>
          <a:prstGeom prst="rect">
            <a:avLst/>
          </a:prstGeom>
        </p:spPr>
        <p:txBody>
          <a:bodyPr vert="horz" lIns="477686" tIns="238843" rIns="477686" bIns="238843" rtlCol="0" anchor="ctr"/>
          <a:lstStyle>
            <a:lvl1pPr algn="ctr">
              <a:defRPr sz="6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22903" y="47460752"/>
            <a:ext cx="7560946" cy="2726267"/>
          </a:xfrm>
          <a:prstGeom prst="rect">
            <a:avLst/>
          </a:prstGeom>
        </p:spPr>
        <p:txBody>
          <a:bodyPr vert="horz" lIns="477686" tIns="238843" rIns="477686" bIns="238843" rtlCol="0" anchor="ctr"/>
          <a:lstStyle>
            <a:lvl1pPr algn="r">
              <a:defRPr sz="6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776860" rtl="0" eaLnBrk="1" latinLnBrk="0" hangingPunct="1">
        <a:spcBef>
          <a:spcPct val="0"/>
        </a:spcBef>
        <a:buNone/>
        <a:defRPr sz="2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1322" indent="-1791322" algn="l" defTabSz="4776860" rtl="0" eaLnBrk="1" latinLnBrk="0" hangingPunct="1">
        <a:spcBef>
          <a:spcPct val="20000"/>
        </a:spcBef>
        <a:buFont typeface="Arial" pitchFamily="34" charset="0"/>
        <a:buChar char="•"/>
        <a:defRPr sz="16700" kern="1200">
          <a:solidFill>
            <a:schemeClr val="tx1"/>
          </a:solidFill>
          <a:latin typeface="+mn-lt"/>
          <a:ea typeface="+mn-ea"/>
          <a:cs typeface="+mn-cs"/>
        </a:defRPr>
      </a:lvl1pPr>
      <a:lvl2pPr marL="3881199" indent="-1492769" algn="l" defTabSz="4776860" rtl="0" eaLnBrk="1" latinLnBrk="0" hangingPunct="1">
        <a:spcBef>
          <a:spcPct val="20000"/>
        </a:spcBef>
        <a:buFont typeface="Arial" pitchFamily="34" charset="0"/>
        <a:buChar char="–"/>
        <a:defRPr sz="14600" kern="1200">
          <a:solidFill>
            <a:schemeClr val="tx1"/>
          </a:solidFill>
          <a:latin typeface="+mn-lt"/>
          <a:ea typeface="+mn-ea"/>
          <a:cs typeface="+mn-cs"/>
        </a:defRPr>
      </a:lvl2pPr>
      <a:lvl3pPr marL="5971074" indent="-1194216" algn="l" defTabSz="4776860" rtl="0" eaLnBrk="1" latinLnBrk="0" hangingPunct="1">
        <a:spcBef>
          <a:spcPct val="20000"/>
        </a:spcBef>
        <a:buFont typeface="Arial" pitchFamily="34" charset="0"/>
        <a:buChar char="•"/>
        <a:defRPr sz="12600" kern="1200">
          <a:solidFill>
            <a:schemeClr val="tx1"/>
          </a:solidFill>
          <a:latin typeface="+mn-lt"/>
          <a:ea typeface="+mn-ea"/>
          <a:cs typeface="+mn-cs"/>
        </a:defRPr>
      </a:lvl3pPr>
      <a:lvl4pPr marL="8359505" indent="-1194216" algn="l" defTabSz="4776860" rtl="0" eaLnBrk="1" latinLnBrk="0" hangingPunct="1">
        <a:spcBef>
          <a:spcPct val="20000"/>
        </a:spcBef>
        <a:buFont typeface="Arial" pitchFamily="34" charset="0"/>
        <a:buChar char="–"/>
        <a:defRPr sz="10400" kern="1200">
          <a:solidFill>
            <a:schemeClr val="tx1"/>
          </a:solidFill>
          <a:latin typeface="+mn-lt"/>
          <a:ea typeface="+mn-ea"/>
          <a:cs typeface="+mn-cs"/>
        </a:defRPr>
      </a:lvl4pPr>
      <a:lvl5pPr marL="10747936" indent="-1194216" algn="l" defTabSz="4776860" rtl="0" eaLnBrk="1" latinLnBrk="0" hangingPunct="1">
        <a:spcBef>
          <a:spcPct val="20000"/>
        </a:spcBef>
        <a:buFont typeface="Arial" pitchFamily="34" charset="0"/>
        <a:buChar char="»"/>
        <a:defRPr sz="10400" kern="1200">
          <a:solidFill>
            <a:schemeClr val="tx1"/>
          </a:solidFill>
          <a:latin typeface="+mn-lt"/>
          <a:ea typeface="+mn-ea"/>
          <a:cs typeface="+mn-cs"/>
        </a:defRPr>
      </a:lvl5pPr>
      <a:lvl6pPr marL="13136365" indent="-1194216" algn="l" defTabSz="4776860" rtl="0" eaLnBrk="1" latinLnBrk="0" hangingPunct="1">
        <a:spcBef>
          <a:spcPct val="20000"/>
        </a:spcBef>
        <a:buFont typeface="Arial" pitchFamily="34" charset="0"/>
        <a:buChar char="•"/>
        <a:defRPr sz="10400" kern="1200">
          <a:solidFill>
            <a:schemeClr val="tx1"/>
          </a:solidFill>
          <a:latin typeface="+mn-lt"/>
          <a:ea typeface="+mn-ea"/>
          <a:cs typeface="+mn-cs"/>
        </a:defRPr>
      </a:lvl6pPr>
      <a:lvl7pPr marL="15524795" indent="-1194216" algn="l" defTabSz="4776860" rtl="0" eaLnBrk="1" latinLnBrk="0" hangingPunct="1">
        <a:spcBef>
          <a:spcPct val="20000"/>
        </a:spcBef>
        <a:buFont typeface="Arial" pitchFamily="34" charset="0"/>
        <a:buChar char="•"/>
        <a:defRPr sz="10400" kern="1200">
          <a:solidFill>
            <a:schemeClr val="tx1"/>
          </a:solidFill>
          <a:latin typeface="+mn-lt"/>
          <a:ea typeface="+mn-ea"/>
          <a:cs typeface="+mn-cs"/>
        </a:defRPr>
      </a:lvl7pPr>
      <a:lvl8pPr marL="17913225" indent="-1194216" algn="l" defTabSz="4776860" rtl="0" eaLnBrk="1" latinLnBrk="0" hangingPunct="1">
        <a:spcBef>
          <a:spcPct val="20000"/>
        </a:spcBef>
        <a:buFont typeface="Arial" pitchFamily="34" charset="0"/>
        <a:buChar char="•"/>
        <a:defRPr sz="10400" kern="1200">
          <a:solidFill>
            <a:schemeClr val="tx1"/>
          </a:solidFill>
          <a:latin typeface="+mn-lt"/>
          <a:ea typeface="+mn-ea"/>
          <a:cs typeface="+mn-cs"/>
        </a:defRPr>
      </a:lvl8pPr>
      <a:lvl9pPr marL="20301655" indent="-1194216" algn="l" defTabSz="4776860" rtl="0" eaLnBrk="1" latinLnBrk="0" hangingPunct="1">
        <a:spcBef>
          <a:spcPct val="20000"/>
        </a:spcBef>
        <a:buFont typeface="Arial" pitchFamily="34" charset="0"/>
        <a:buChar char="•"/>
        <a:defRPr sz="10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776860" rtl="0" eaLnBrk="1" latinLnBrk="0" hangingPunct="1">
        <a:defRPr sz="9400" kern="1200">
          <a:solidFill>
            <a:schemeClr val="tx1"/>
          </a:solidFill>
          <a:latin typeface="+mn-lt"/>
          <a:ea typeface="+mn-ea"/>
          <a:cs typeface="+mn-cs"/>
        </a:defRPr>
      </a:lvl1pPr>
      <a:lvl2pPr marL="2388430" algn="l" defTabSz="4776860" rtl="0" eaLnBrk="1" latinLnBrk="0" hangingPunct="1">
        <a:defRPr sz="9400" kern="1200">
          <a:solidFill>
            <a:schemeClr val="tx1"/>
          </a:solidFill>
          <a:latin typeface="+mn-lt"/>
          <a:ea typeface="+mn-ea"/>
          <a:cs typeface="+mn-cs"/>
        </a:defRPr>
      </a:lvl2pPr>
      <a:lvl3pPr marL="4776860" algn="l" defTabSz="4776860" rtl="0" eaLnBrk="1" latinLnBrk="0" hangingPunct="1">
        <a:defRPr sz="9400" kern="1200">
          <a:solidFill>
            <a:schemeClr val="tx1"/>
          </a:solidFill>
          <a:latin typeface="+mn-lt"/>
          <a:ea typeface="+mn-ea"/>
          <a:cs typeface="+mn-cs"/>
        </a:defRPr>
      </a:lvl3pPr>
      <a:lvl4pPr marL="7165290" algn="l" defTabSz="4776860" rtl="0" eaLnBrk="1" latinLnBrk="0" hangingPunct="1">
        <a:defRPr sz="9400" kern="1200">
          <a:solidFill>
            <a:schemeClr val="tx1"/>
          </a:solidFill>
          <a:latin typeface="+mn-lt"/>
          <a:ea typeface="+mn-ea"/>
          <a:cs typeface="+mn-cs"/>
        </a:defRPr>
      </a:lvl4pPr>
      <a:lvl5pPr marL="9553720" algn="l" defTabSz="4776860" rtl="0" eaLnBrk="1" latinLnBrk="0" hangingPunct="1">
        <a:defRPr sz="9400" kern="1200">
          <a:solidFill>
            <a:schemeClr val="tx1"/>
          </a:solidFill>
          <a:latin typeface="+mn-lt"/>
          <a:ea typeface="+mn-ea"/>
          <a:cs typeface="+mn-cs"/>
        </a:defRPr>
      </a:lvl5pPr>
      <a:lvl6pPr marL="11942149" algn="l" defTabSz="4776860" rtl="0" eaLnBrk="1" latinLnBrk="0" hangingPunct="1">
        <a:defRPr sz="9400" kern="1200">
          <a:solidFill>
            <a:schemeClr val="tx1"/>
          </a:solidFill>
          <a:latin typeface="+mn-lt"/>
          <a:ea typeface="+mn-ea"/>
          <a:cs typeface="+mn-cs"/>
        </a:defRPr>
      </a:lvl6pPr>
      <a:lvl7pPr marL="14330580" algn="l" defTabSz="4776860" rtl="0" eaLnBrk="1" latinLnBrk="0" hangingPunct="1">
        <a:defRPr sz="9400" kern="1200">
          <a:solidFill>
            <a:schemeClr val="tx1"/>
          </a:solidFill>
          <a:latin typeface="+mn-lt"/>
          <a:ea typeface="+mn-ea"/>
          <a:cs typeface="+mn-cs"/>
        </a:defRPr>
      </a:lvl7pPr>
      <a:lvl8pPr marL="16719009" algn="l" defTabSz="4776860" rtl="0" eaLnBrk="1" latinLnBrk="0" hangingPunct="1">
        <a:defRPr sz="9400" kern="1200">
          <a:solidFill>
            <a:schemeClr val="tx1"/>
          </a:solidFill>
          <a:latin typeface="+mn-lt"/>
          <a:ea typeface="+mn-ea"/>
          <a:cs typeface="+mn-cs"/>
        </a:defRPr>
      </a:lvl8pPr>
      <a:lvl9pPr marL="19107439" algn="l" defTabSz="4776860" rtl="0" eaLnBrk="1" latinLnBrk="0" hangingPunct="1">
        <a:defRPr sz="9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2" descr="background1"/>
          <p:cNvPicPr>
            <a:picLocks noChangeAspect="1" noChangeArrowheads="1"/>
          </p:cNvPicPr>
          <p:nvPr/>
        </p:nvPicPr>
        <p:blipFill>
          <a:blip r:embed="rId2" cstate="print"/>
          <a:srcRect t="22768"/>
          <a:stretch>
            <a:fillRect/>
          </a:stretch>
        </p:blipFill>
        <p:spPr bwMode="auto">
          <a:xfrm>
            <a:off x="4602402" y="1991223"/>
            <a:ext cx="22589645" cy="4512100"/>
          </a:xfrm>
          <a:prstGeom prst="rect">
            <a:avLst/>
          </a:prstGeom>
          <a:noFill/>
        </p:spPr>
      </p:pic>
      <p:sp>
        <p:nvSpPr>
          <p:cNvPr id="104" name="Rectangle 103"/>
          <p:cNvSpPr/>
          <p:nvPr/>
        </p:nvSpPr>
        <p:spPr>
          <a:xfrm>
            <a:off x="76808" y="6933979"/>
            <a:ext cx="32245695" cy="408434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04586" tIns="52293" rIns="104586" bIns="52293"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76808" y="58875"/>
            <a:ext cx="32245695" cy="6570525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04586" tIns="52293" rIns="104586" bIns="52293" rtlCol="0" anchor="ctr"/>
          <a:lstStyle/>
          <a:p>
            <a:pPr algn="ctr"/>
            <a:endParaRPr lang="en-US"/>
          </a:p>
        </p:txBody>
      </p:sp>
      <p:pic>
        <p:nvPicPr>
          <p:cNvPr id="86" name="Picture 85" descr="ku_symbo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93303" y="1654083"/>
            <a:ext cx="3753586" cy="3447492"/>
          </a:xfrm>
          <a:prstGeom prst="rect">
            <a:avLst/>
          </a:prstGeom>
        </p:spPr>
      </p:pic>
      <p:sp>
        <p:nvSpPr>
          <p:cNvPr id="80" name="Title 57"/>
          <p:cNvSpPr txBox="1">
            <a:spLocks/>
          </p:cNvSpPr>
          <p:nvPr/>
        </p:nvSpPr>
        <p:spPr>
          <a:xfrm>
            <a:off x="2662639" y="944145"/>
            <a:ext cx="26316772" cy="1898123"/>
          </a:xfrm>
          <a:prstGeom prst="rect">
            <a:avLst/>
          </a:prstGeom>
        </p:spPr>
        <p:txBody>
          <a:bodyPr vert="horz" wrap="square" lIns="477686" tIns="238843" rIns="477686" bIns="238843" rtlCol="0" anchor="ctr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tr-TR" sz="9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Sans Serif" pitchFamily="34" charset="0"/>
                <a:ea typeface="+mj-ea"/>
                <a:cs typeface="Microsoft Sans Serif" pitchFamily="34" charset="0"/>
              </a:rPr>
              <a:t>Project Title</a:t>
            </a:r>
            <a:endParaRPr lang="en-US" sz="9000" b="1" dirty="0">
              <a:solidFill>
                <a:srgbClr val="FF0000"/>
              </a:solidFill>
              <a:latin typeface="Microsoft Sans Serif" pitchFamily="34" charset="0"/>
              <a:ea typeface="+mj-ea"/>
              <a:cs typeface="Microsoft Sans Serif" pitchFamily="34" charset="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428625" y="8153399"/>
            <a:ext cx="15410129" cy="10057307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586" tIns="52293" rIns="104586" bIns="52293" rtlCol="0" anchor="ctr"/>
          <a:lstStyle/>
          <a:p>
            <a:pPr algn="ctr"/>
            <a:endParaRPr lang="en-US" sz="6900" dirty="0"/>
          </a:p>
        </p:txBody>
      </p:sp>
      <p:sp>
        <p:nvSpPr>
          <p:cNvPr id="102" name="Text Placeholder 58"/>
          <p:cNvSpPr txBox="1">
            <a:spLocks/>
          </p:cNvSpPr>
          <p:nvPr/>
        </p:nvSpPr>
        <p:spPr>
          <a:xfrm>
            <a:off x="428625" y="8181566"/>
            <a:ext cx="15468600" cy="9932350"/>
          </a:xfrm>
          <a:prstGeom prst="rect">
            <a:avLst/>
          </a:prstGeom>
          <a:noFill/>
        </p:spPr>
        <p:txBody>
          <a:bodyPr vert="horz" lIns="477686" tIns="238843" rIns="477686" bIns="238843" rtlCol="0" anchor="ctr"/>
          <a:lstStyle/>
          <a:p>
            <a:pPr algn="just">
              <a:defRPr/>
            </a:pPr>
            <a:endParaRPr lang="tr-TR" sz="6600" dirty="0">
              <a:latin typeface="Microsoft Sans Serif" pitchFamily="34" charset="0"/>
              <a:cs typeface="Microsoft Sans Serif" pitchFamily="34" charset="0"/>
            </a:endParaRPr>
          </a:p>
          <a:p>
            <a:pPr algn="just">
              <a:buFont typeface="Arial" pitchFamily="34" charset="0"/>
              <a:buChar char="•"/>
              <a:defRPr/>
            </a:pPr>
            <a:r>
              <a:rPr lang="tr-TR" sz="6000" dirty="0"/>
              <a:t> </a:t>
            </a:r>
            <a:r>
              <a:rPr lang="tr-TR" sz="6000" dirty="0" err="1"/>
              <a:t>State</a:t>
            </a:r>
            <a:r>
              <a:rPr lang="tr-TR" sz="6000" dirty="0"/>
              <a:t> </a:t>
            </a:r>
            <a:r>
              <a:rPr lang="tr-TR" sz="6000" dirty="0" err="1"/>
              <a:t>project</a:t>
            </a:r>
            <a:r>
              <a:rPr lang="tr-TR" sz="6000" dirty="0"/>
              <a:t> </a:t>
            </a:r>
            <a:r>
              <a:rPr lang="tr-TR" sz="6000" dirty="0" err="1"/>
              <a:t>definition</a:t>
            </a:r>
            <a:r>
              <a:rPr lang="tr-TR" sz="6000" dirty="0"/>
              <a:t> </a:t>
            </a:r>
            <a:r>
              <a:rPr lang="tr-TR" sz="6000" dirty="0" err="1"/>
              <a:t>and</a:t>
            </a:r>
            <a:r>
              <a:rPr lang="tr-TR" sz="6000" dirty="0"/>
              <a:t> </a:t>
            </a:r>
            <a:r>
              <a:rPr lang="tr-TR" sz="6000" dirty="0" err="1"/>
              <a:t>scope</a:t>
            </a:r>
            <a:r>
              <a:rPr lang="tr-TR" sz="6000" dirty="0"/>
              <a:t>.</a:t>
            </a:r>
          </a:p>
          <a:p>
            <a:pPr algn="just">
              <a:buFont typeface="Arial" pitchFamily="34" charset="0"/>
              <a:buChar char="•"/>
              <a:defRPr/>
            </a:pPr>
            <a:r>
              <a:rPr lang="tr-TR" sz="6000" dirty="0"/>
              <a:t> </a:t>
            </a:r>
            <a:r>
              <a:rPr lang="tr-TR" sz="6000" dirty="0" err="1"/>
              <a:t>State</a:t>
            </a:r>
            <a:r>
              <a:rPr lang="tr-TR" sz="6000" dirty="0"/>
              <a:t> </a:t>
            </a:r>
            <a:r>
              <a:rPr lang="tr-TR" sz="6000" dirty="0" err="1"/>
              <a:t>objectives</a:t>
            </a:r>
            <a:r>
              <a:rPr lang="tr-TR" sz="6000" dirty="0"/>
              <a:t> of the project.</a:t>
            </a:r>
          </a:p>
          <a:p>
            <a:pPr algn="just">
              <a:buFont typeface="Arial" pitchFamily="34" charset="0"/>
              <a:buChar char="•"/>
              <a:defRPr/>
            </a:pPr>
            <a:r>
              <a:rPr lang="tr-TR" sz="6000" dirty="0"/>
              <a:t> Support your statements with </a:t>
            </a:r>
            <a:r>
              <a:rPr lang="en-US" sz="6000" dirty="0"/>
              <a:t>visuals</a:t>
            </a:r>
            <a:r>
              <a:rPr lang="tr-TR" sz="6000" dirty="0"/>
              <a:t>.</a:t>
            </a:r>
          </a:p>
          <a:p>
            <a:pPr algn="just">
              <a:buFont typeface="Arial" pitchFamily="34" charset="0"/>
              <a:buChar char="•"/>
              <a:defRPr/>
            </a:pPr>
            <a:r>
              <a:rPr lang="tr-TR" sz="6000" dirty="0"/>
              <a:t> Put </a:t>
            </a:r>
            <a:r>
              <a:rPr lang="tr-TR" sz="6000" dirty="0" err="1"/>
              <a:t>all</a:t>
            </a:r>
            <a:r>
              <a:rPr lang="tr-TR" sz="6000" dirty="0"/>
              <a:t> </a:t>
            </a:r>
            <a:r>
              <a:rPr lang="tr-TR" sz="6000" dirty="0" err="1"/>
              <a:t>the</a:t>
            </a:r>
            <a:r>
              <a:rPr lang="tr-TR" sz="6000" dirty="0"/>
              <a:t> </a:t>
            </a:r>
            <a:r>
              <a:rPr lang="tr-TR" sz="6000" dirty="0" err="1"/>
              <a:t>text</a:t>
            </a:r>
            <a:r>
              <a:rPr lang="tr-TR" sz="6000" dirty="0"/>
              <a:t> </a:t>
            </a:r>
            <a:r>
              <a:rPr lang="tr-TR" sz="6000" dirty="0" err="1"/>
              <a:t>content</a:t>
            </a:r>
            <a:r>
              <a:rPr lang="tr-TR" sz="6000" dirty="0"/>
              <a:t> as </a:t>
            </a:r>
            <a:r>
              <a:rPr lang="tr-TR" sz="6000" dirty="0" err="1"/>
              <a:t>bullet</a:t>
            </a:r>
            <a:r>
              <a:rPr lang="tr-TR" sz="6000" dirty="0"/>
              <a:t> </a:t>
            </a:r>
            <a:r>
              <a:rPr lang="tr-TR" sz="6000" dirty="0" err="1"/>
              <a:t>items</a:t>
            </a:r>
            <a:r>
              <a:rPr lang="tr-TR" sz="6000" dirty="0"/>
              <a:t>.</a:t>
            </a:r>
          </a:p>
          <a:p>
            <a:pPr algn="just">
              <a:defRPr/>
            </a:pPr>
            <a:endParaRPr lang="tr-TR" sz="6600" dirty="0"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428625" y="6934200"/>
            <a:ext cx="15410129" cy="1119618"/>
          </a:xfrm>
          <a:prstGeom prst="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586" tIns="52293" rIns="104586" bIns="52293" rtlCol="0" anchor="ctr"/>
          <a:lstStyle/>
          <a:p>
            <a:pPr algn="ctr"/>
            <a:r>
              <a:rPr lang="tr-TR" sz="55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Project </a:t>
            </a:r>
            <a:r>
              <a:rPr lang="tr-TR" sz="55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Description</a:t>
            </a:r>
            <a:r>
              <a:rPr lang="tr-TR" sz="55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/ Objectives</a:t>
            </a:r>
            <a:endParaRPr lang="en-US" sz="5500" dirty="0">
              <a:solidFill>
                <a:schemeClr val="bg1"/>
              </a:solidFill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352425" y="35052000"/>
            <a:ext cx="15621000" cy="1119618"/>
          </a:xfrm>
          <a:prstGeom prst="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586" tIns="52293" rIns="104586" bIns="52293" rtlCol="0" anchor="ctr"/>
          <a:lstStyle/>
          <a:p>
            <a:pPr algn="ctr"/>
            <a:r>
              <a:rPr lang="tr-TR" sz="55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System </a:t>
            </a:r>
            <a:r>
              <a:rPr lang="en-US" sz="55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Architecture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37814" y="19507200"/>
            <a:ext cx="15559411" cy="15544800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586" tIns="52293" rIns="104586" bIns="52293" rtlCol="0" anchor="ctr"/>
          <a:lstStyle/>
          <a:p>
            <a:pPr algn="ctr"/>
            <a:endParaRPr lang="en-US" sz="6900" dirty="0"/>
          </a:p>
        </p:txBody>
      </p:sp>
      <p:sp>
        <p:nvSpPr>
          <p:cNvPr id="119" name="Text Placeholder 58"/>
          <p:cNvSpPr txBox="1">
            <a:spLocks/>
          </p:cNvSpPr>
          <p:nvPr/>
        </p:nvSpPr>
        <p:spPr>
          <a:xfrm>
            <a:off x="428625" y="19278600"/>
            <a:ext cx="15410129" cy="15773400"/>
          </a:xfrm>
          <a:prstGeom prst="rect">
            <a:avLst/>
          </a:prstGeom>
          <a:noFill/>
        </p:spPr>
        <p:txBody>
          <a:bodyPr vert="horz" lIns="477686" tIns="238843" rIns="477686" bIns="238843" rtlCol="0" anchor="ctr"/>
          <a:lstStyle/>
          <a:p>
            <a:pPr marL="294147" indent="-294147" algn="just">
              <a:buFont typeface="Arial" pitchFamily="34" charset="0"/>
              <a:buChar char="•"/>
              <a:defRPr/>
            </a:pP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tr-TR" sz="6000" dirty="0" err="1">
                <a:latin typeface="Microsoft Sans Serif" pitchFamily="34" charset="0"/>
                <a:cs typeface="Microsoft Sans Serif" pitchFamily="34" charset="0"/>
              </a:rPr>
              <a:t>Describe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tr-TR" sz="6000" dirty="0" err="1">
                <a:latin typeface="Microsoft Sans Serif" pitchFamily="34" charset="0"/>
                <a:cs typeface="Microsoft Sans Serif" pitchFamily="34" charset="0"/>
              </a:rPr>
              <a:t>the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 system design and main parts of </a:t>
            </a:r>
            <a:r>
              <a:rPr lang="tr-TR" sz="6000" dirty="0" err="1">
                <a:latin typeface="Microsoft Sans Serif" pitchFamily="34" charset="0"/>
                <a:cs typeface="Microsoft Sans Serif" pitchFamily="34" charset="0"/>
              </a:rPr>
              <a:t>your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tr-TR" sz="6000" dirty="0" err="1">
                <a:latin typeface="Microsoft Sans Serif" pitchFamily="34" charset="0"/>
                <a:cs typeface="Microsoft Sans Serif" pitchFamily="34" charset="0"/>
              </a:rPr>
              <a:t>project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.</a:t>
            </a:r>
          </a:p>
          <a:p>
            <a:pPr marL="294147" indent="-294147" algn="just">
              <a:buFont typeface="Arial" pitchFamily="34" charset="0"/>
              <a:buChar char="•"/>
              <a:defRPr/>
            </a:pP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 Support your description with system design figures (</a:t>
            </a:r>
            <a:r>
              <a:rPr lang="en-US" sz="6000" dirty="0">
                <a:latin typeface="Microsoft Sans Serif" pitchFamily="34" charset="0"/>
                <a:cs typeface="Microsoft Sans Serif" pitchFamily="34" charset="0"/>
              </a:rPr>
              <a:t>e.g. 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UML, ERD, </a:t>
            </a:r>
            <a:r>
              <a:rPr lang="en-US" sz="6000" dirty="0">
                <a:latin typeface="Microsoft Sans Serif" pitchFamily="34" charset="0"/>
                <a:cs typeface="Microsoft Sans Serif" pitchFamily="34" charset="0"/>
              </a:rPr>
              <a:t>Algorithms, 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Flowcharts)</a:t>
            </a:r>
            <a:r>
              <a:rPr lang="en-US" sz="6000" dirty="0">
                <a:latin typeface="Microsoft Sans Serif" pitchFamily="34" charset="0"/>
                <a:cs typeface="Microsoft Sans Serif" pitchFamily="34" charset="0"/>
              </a:rPr>
              <a:t>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28625" y="18235182"/>
            <a:ext cx="15468600" cy="1119618"/>
          </a:xfrm>
          <a:prstGeom prst="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586" tIns="52293" rIns="104586" bIns="52293" rtlCol="0" anchor="ctr"/>
          <a:lstStyle/>
          <a:p>
            <a:pPr algn="ctr"/>
            <a:r>
              <a:rPr lang="tr-TR" sz="55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System Design</a:t>
            </a:r>
            <a:endParaRPr lang="en-US" sz="5500" dirty="0">
              <a:solidFill>
                <a:schemeClr val="bg1"/>
              </a:solidFill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16278223" y="6933979"/>
            <a:ext cx="15486331" cy="2179342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586" tIns="52293" rIns="104586" bIns="52293" rtlCol="0" anchor="ctr"/>
          <a:lstStyle/>
          <a:p>
            <a:pPr algn="ctr"/>
            <a:endParaRPr lang="en-US" sz="6900" dirty="0"/>
          </a:p>
        </p:txBody>
      </p:sp>
      <p:sp>
        <p:nvSpPr>
          <p:cNvPr id="183" name="Rectangle 182"/>
          <p:cNvSpPr/>
          <p:nvPr/>
        </p:nvSpPr>
        <p:spPr>
          <a:xfrm>
            <a:off x="16306570" y="12039600"/>
            <a:ext cx="15486329" cy="1119618"/>
          </a:xfrm>
          <a:prstGeom prst="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586" tIns="52293" rIns="104586" bIns="52293" rtlCol="0" anchor="ctr"/>
          <a:lstStyle/>
          <a:p>
            <a:pPr algn="ctr"/>
            <a:r>
              <a:rPr lang="tr-TR" sz="55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Methods</a:t>
            </a:r>
            <a:endParaRPr lang="en-US" sz="55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84" name="Rectangle 183"/>
          <p:cNvSpPr/>
          <p:nvPr/>
        </p:nvSpPr>
        <p:spPr>
          <a:xfrm>
            <a:off x="16278223" y="28727401"/>
            <a:ext cx="15497177" cy="18669000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586" tIns="52293" rIns="104586" bIns="52293" rtlCol="0" anchor="ctr"/>
          <a:lstStyle/>
          <a:p>
            <a:pPr algn="ctr"/>
            <a:endParaRPr lang="en-US" sz="6900" dirty="0"/>
          </a:p>
        </p:txBody>
      </p:sp>
      <p:sp>
        <p:nvSpPr>
          <p:cNvPr id="185" name="Text Placeholder 58"/>
          <p:cNvSpPr txBox="1">
            <a:spLocks/>
          </p:cNvSpPr>
          <p:nvPr/>
        </p:nvSpPr>
        <p:spPr>
          <a:xfrm>
            <a:off x="16119198" y="29184600"/>
            <a:ext cx="15410129" cy="19847917"/>
          </a:xfrm>
          <a:prstGeom prst="rect">
            <a:avLst/>
          </a:prstGeom>
          <a:noFill/>
        </p:spPr>
        <p:txBody>
          <a:bodyPr vert="horz" lIns="477686" tIns="238843" rIns="477686" bIns="238843" rtlCol="0" anchor="t"/>
          <a:lstStyle/>
          <a:p>
            <a:pPr marL="294147" indent="-294147" algn="just">
              <a:buFont typeface="Arial" pitchFamily="34" charset="0"/>
              <a:buChar char="•"/>
              <a:defRPr/>
            </a:pPr>
            <a:endParaRPr lang="en-US" sz="6000" dirty="0">
              <a:latin typeface="Microsoft Sans Serif" pitchFamily="34" charset="0"/>
              <a:cs typeface="Microsoft Sans Serif" pitchFamily="34" charset="0"/>
            </a:endParaRPr>
          </a:p>
          <a:p>
            <a:pPr marL="294147" indent="-294147" algn="just">
              <a:buFont typeface="Arial" pitchFamily="34" charset="0"/>
              <a:buChar char="•"/>
              <a:defRPr/>
            </a:pP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tr-TR" sz="6000" dirty="0" err="1">
                <a:latin typeface="Microsoft Sans Serif" pitchFamily="34" charset="0"/>
                <a:cs typeface="Microsoft Sans Serif" pitchFamily="34" charset="0"/>
              </a:rPr>
              <a:t>State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tr-TR" sz="6000" dirty="0" err="1">
                <a:latin typeface="Microsoft Sans Serif" pitchFamily="34" charset="0"/>
                <a:cs typeface="Microsoft Sans Serif" pitchFamily="34" charset="0"/>
              </a:rPr>
              <a:t>project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tr-TR" sz="6000" dirty="0" err="1">
                <a:latin typeface="Microsoft Sans Serif" pitchFamily="34" charset="0"/>
                <a:cs typeface="Microsoft Sans Serif" pitchFamily="34" charset="0"/>
              </a:rPr>
              <a:t>achievements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tr-TR" sz="6000" dirty="0" err="1">
                <a:latin typeface="Microsoft Sans Serif" pitchFamily="34" charset="0"/>
                <a:cs typeface="Microsoft Sans Serif" pitchFamily="34" charset="0"/>
              </a:rPr>
              <a:t>and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tr-TR" sz="6000" dirty="0" err="1">
                <a:latin typeface="Microsoft Sans Serif" pitchFamily="34" charset="0"/>
                <a:cs typeface="Microsoft Sans Serif" pitchFamily="34" charset="0"/>
              </a:rPr>
              <a:t>results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.</a:t>
            </a:r>
          </a:p>
          <a:p>
            <a:pPr marL="294147" indent="-294147" algn="just">
              <a:buFont typeface="Arial" pitchFamily="34" charset="0"/>
              <a:buChar char="•"/>
              <a:defRPr/>
            </a:pP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tr-TR" sz="6000" dirty="0" err="1">
                <a:latin typeface="Microsoft Sans Serif" pitchFamily="34" charset="0"/>
                <a:cs typeface="Microsoft Sans Serif" pitchFamily="34" charset="0"/>
              </a:rPr>
              <a:t>State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tr-TR" sz="6000" dirty="0" err="1">
                <a:latin typeface="Microsoft Sans Serif" pitchFamily="34" charset="0"/>
                <a:cs typeface="Microsoft Sans Serif" pitchFamily="34" charset="0"/>
              </a:rPr>
              <a:t>project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tr-TR" sz="6000" dirty="0" err="1">
                <a:latin typeface="Microsoft Sans Serif" pitchFamily="34" charset="0"/>
                <a:cs typeface="Microsoft Sans Serif" pitchFamily="34" charset="0"/>
              </a:rPr>
              <a:t>deliverables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.</a:t>
            </a:r>
          </a:p>
          <a:p>
            <a:pPr marL="294147" indent="-294147" algn="just">
              <a:buFont typeface="Arial" pitchFamily="34" charset="0"/>
              <a:buChar char="•"/>
              <a:defRPr/>
            </a:pP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tr-TR" sz="6000" dirty="0" err="1">
                <a:latin typeface="Microsoft Sans Serif" pitchFamily="34" charset="0"/>
                <a:cs typeface="Microsoft Sans Serif" pitchFamily="34" charset="0"/>
              </a:rPr>
              <a:t>State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tr-TR" sz="6000" dirty="0" err="1">
                <a:latin typeface="Microsoft Sans Serif" pitchFamily="34" charset="0"/>
                <a:cs typeface="Microsoft Sans Serif" pitchFamily="34" charset="0"/>
              </a:rPr>
              <a:t>the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tr-TR" sz="6000" dirty="0" err="1">
                <a:latin typeface="Microsoft Sans Serif" pitchFamily="34" charset="0"/>
                <a:cs typeface="Microsoft Sans Serif" pitchFamily="34" charset="0"/>
              </a:rPr>
              <a:t>future</a:t>
            </a:r>
            <a:r>
              <a:rPr lang="tr-TR" sz="6000">
                <a:latin typeface="Microsoft Sans Serif" pitchFamily="34" charset="0"/>
                <a:cs typeface="Microsoft Sans Serif" pitchFamily="34" charset="0"/>
              </a:rPr>
              <a:t> works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.</a:t>
            </a:r>
          </a:p>
          <a:p>
            <a:pPr marL="294147" indent="-294147" algn="just">
              <a:buFont typeface="Arial" pitchFamily="34" charset="0"/>
              <a:buChar char="•"/>
              <a:defRPr/>
            </a:pPr>
            <a:endParaRPr lang="en-US" sz="6000" dirty="0">
              <a:latin typeface="Microsoft Sans Serif" pitchFamily="34" charset="0"/>
              <a:cs typeface="Microsoft Sans Serif" pitchFamily="34" charset="0"/>
            </a:endParaRPr>
          </a:p>
          <a:p>
            <a:pPr>
              <a:defRPr/>
            </a:pPr>
            <a:endParaRPr lang="en-US" sz="3800" dirty="0">
              <a:solidFill>
                <a:schemeClr val="tx1">
                  <a:tint val="7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186" name="Rectangle 185"/>
          <p:cNvSpPr/>
          <p:nvPr/>
        </p:nvSpPr>
        <p:spPr>
          <a:xfrm>
            <a:off x="16278225" y="28750782"/>
            <a:ext cx="15497175" cy="1119618"/>
          </a:xfrm>
          <a:prstGeom prst="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586" tIns="52293" rIns="104586" bIns="52293" rtlCol="0" anchor="ctr"/>
          <a:lstStyle/>
          <a:p>
            <a:pPr algn="ctr"/>
            <a:r>
              <a:rPr lang="tr-TR" sz="55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Results</a:t>
            </a:r>
            <a:endParaRPr lang="en-US" sz="55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81" name="Text Placeholder 107"/>
          <p:cNvSpPr txBox="1">
            <a:spLocks/>
          </p:cNvSpPr>
          <p:nvPr/>
        </p:nvSpPr>
        <p:spPr>
          <a:xfrm>
            <a:off x="4307079" y="4976572"/>
            <a:ext cx="23624238" cy="1629101"/>
          </a:xfrm>
          <a:prstGeom prst="rect">
            <a:avLst/>
          </a:prstGeom>
        </p:spPr>
        <p:txBody>
          <a:bodyPr wrap="square" lIns="104586" tIns="52293" rIns="104586" bIns="52293">
            <a:spAutoFit/>
          </a:bodyPr>
          <a:lstStyle/>
          <a:p>
            <a:pPr marL="1791322" indent="-1791322" algn="ctr">
              <a:spcBef>
                <a:spcPct val="20000"/>
              </a:spcBef>
              <a:defRPr/>
            </a:pPr>
            <a:r>
              <a:rPr lang="tr-TR" sz="4500" dirty="0">
                <a:latin typeface="Microsoft Sans Serif" pitchFamily="34" charset="0"/>
                <a:cs typeface="Microsoft Sans Serif" pitchFamily="34" charset="0"/>
              </a:rPr>
              <a:t>Department of </a:t>
            </a:r>
            <a:r>
              <a:rPr lang="tr-TR" sz="4500" dirty="0" err="1">
                <a:latin typeface="Microsoft Sans Serif" pitchFamily="34" charset="0"/>
                <a:cs typeface="Microsoft Sans Serif" pitchFamily="34" charset="0"/>
              </a:rPr>
              <a:t>Computer</a:t>
            </a:r>
            <a:r>
              <a:rPr lang="tr-TR" sz="4500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tr-TR" sz="4500" dirty="0" err="1">
                <a:latin typeface="Microsoft Sans Serif" pitchFamily="34" charset="0"/>
                <a:cs typeface="Microsoft Sans Serif" pitchFamily="34" charset="0"/>
              </a:rPr>
              <a:t>Engineering</a:t>
            </a:r>
            <a:endParaRPr lang="en-US" sz="4500" dirty="0">
              <a:latin typeface="Microsoft Sans Serif" pitchFamily="34" charset="0"/>
              <a:cs typeface="Microsoft Sans Serif" pitchFamily="34" charset="0"/>
            </a:endParaRPr>
          </a:p>
          <a:p>
            <a:pPr marL="1791322" indent="-1791322" algn="ctr">
              <a:spcBef>
                <a:spcPct val="20000"/>
              </a:spcBef>
              <a:defRPr/>
            </a:pPr>
            <a:r>
              <a:rPr lang="tr-TR" sz="4500" dirty="0">
                <a:latin typeface="Microsoft Sans Serif" pitchFamily="34" charset="0"/>
                <a:cs typeface="Microsoft Sans Serif" pitchFamily="34" charset="0"/>
              </a:rPr>
              <a:t>Koç </a:t>
            </a:r>
            <a:r>
              <a:rPr lang="tr-TR" sz="4500" dirty="0" err="1">
                <a:latin typeface="Microsoft Sans Serif" pitchFamily="34" charset="0"/>
                <a:cs typeface="Microsoft Sans Serif" pitchFamily="34" charset="0"/>
              </a:rPr>
              <a:t>University</a:t>
            </a:r>
            <a:endParaRPr lang="en-US" sz="4500" dirty="0"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82" name="Text Placeholder 108"/>
          <p:cNvSpPr txBox="1">
            <a:spLocks/>
          </p:cNvSpPr>
          <p:nvPr/>
        </p:nvSpPr>
        <p:spPr>
          <a:xfrm>
            <a:off x="3573861" y="2865651"/>
            <a:ext cx="25251588" cy="1933800"/>
          </a:xfrm>
          <a:prstGeom prst="rect">
            <a:avLst/>
          </a:prstGeom>
        </p:spPr>
        <p:txBody>
          <a:bodyPr wrap="square" lIns="104586" tIns="52293" rIns="104586" bIns="52293">
            <a:spAutoFit/>
          </a:bodyPr>
          <a:lstStyle/>
          <a:p>
            <a:pPr marL="1791322" indent="-1791322" algn="ctr">
              <a:spcBef>
                <a:spcPct val="20000"/>
              </a:spcBef>
              <a:defRPr/>
            </a:pPr>
            <a:r>
              <a:rPr lang="tr-TR" sz="5400" dirty="0">
                <a:latin typeface="Microsoft Sans Serif" pitchFamily="34" charset="0"/>
                <a:cs typeface="Microsoft Sans Serif" pitchFamily="34" charset="0"/>
              </a:rPr>
              <a:t>Name of </a:t>
            </a:r>
            <a:r>
              <a:rPr lang="tr-TR" sz="5400" dirty="0" err="1">
                <a:latin typeface="Microsoft Sans Serif" pitchFamily="34" charset="0"/>
                <a:cs typeface="Microsoft Sans Serif" pitchFamily="34" charset="0"/>
              </a:rPr>
              <a:t>student</a:t>
            </a:r>
            <a:r>
              <a:rPr lang="tr-TR" sz="5400" dirty="0">
                <a:latin typeface="Microsoft Sans Serif" pitchFamily="34" charset="0"/>
                <a:cs typeface="Microsoft Sans Serif" pitchFamily="34" charset="0"/>
              </a:rPr>
              <a:t>(s)</a:t>
            </a:r>
          </a:p>
          <a:p>
            <a:pPr marL="1791322" indent="-1791322" algn="ctr">
              <a:spcBef>
                <a:spcPct val="20000"/>
              </a:spcBef>
              <a:defRPr/>
            </a:pPr>
            <a:r>
              <a:rPr lang="tr-TR" sz="5400" dirty="0">
                <a:latin typeface="Microsoft Sans Serif" pitchFamily="34" charset="0"/>
                <a:cs typeface="Microsoft Sans Serif" pitchFamily="34" charset="0"/>
              </a:rPr>
              <a:t>Advisor: Name of </a:t>
            </a:r>
            <a:r>
              <a:rPr lang="tr-TR" sz="5400" dirty="0" err="1">
                <a:latin typeface="Microsoft Sans Serif" pitchFamily="34" charset="0"/>
                <a:cs typeface="Microsoft Sans Serif" pitchFamily="34" charset="0"/>
              </a:rPr>
              <a:t>advisor</a:t>
            </a:r>
            <a:r>
              <a:rPr lang="tr-TR" sz="5400" dirty="0">
                <a:latin typeface="Microsoft Sans Serif" pitchFamily="34" charset="0"/>
                <a:cs typeface="Microsoft Sans Serif" pitchFamily="34" charset="0"/>
              </a:rPr>
              <a:t>(s)</a:t>
            </a:r>
            <a:endParaRPr lang="en-US" sz="5400" baseline="30000" dirty="0"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401560" y="36292884"/>
            <a:ext cx="15544800" cy="11103516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586" tIns="52293" rIns="104586" bIns="52293" rtlCol="0" anchor="ctr"/>
          <a:lstStyle/>
          <a:p>
            <a:pPr algn="ctr"/>
            <a:endParaRPr lang="en-US" sz="6900" dirty="0"/>
          </a:p>
        </p:txBody>
      </p:sp>
      <p:sp>
        <p:nvSpPr>
          <p:cNvPr id="152" name="Text Placeholder 58"/>
          <p:cNvSpPr txBox="1">
            <a:spLocks/>
          </p:cNvSpPr>
          <p:nvPr/>
        </p:nvSpPr>
        <p:spPr>
          <a:xfrm>
            <a:off x="428625" y="36576000"/>
            <a:ext cx="15264245" cy="11885280"/>
          </a:xfrm>
          <a:prstGeom prst="rect">
            <a:avLst/>
          </a:prstGeom>
          <a:noFill/>
        </p:spPr>
        <p:txBody>
          <a:bodyPr vert="horz" lIns="477686" tIns="238843" rIns="477686" bIns="238843" rtlCol="0" anchor="t"/>
          <a:lstStyle/>
          <a:p>
            <a:pPr marL="294147" indent="-294147" algn="just">
              <a:buFont typeface="Arial" pitchFamily="34" charset="0"/>
              <a:buChar char="•"/>
              <a:defRPr/>
            </a:pPr>
            <a:endParaRPr lang="tr-TR" sz="3800" dirty="0">
              <a:latin typeface="Microsoft Sans Serif" pitchFamily="34" charset="0"/>
              <a:cs typeface="Microsoft Sans Serif" pitchFamily="34" charset="0"/>
            </a:endParaRPr>
          </a:p>
          <a:p>
            <a:pPr marL="294147" indent="-294147" algn="just">
              <a:buFont typeface="Arial" pitchFamily="34" charset="0"/>
              <a:buChar char="•"/>
              <a:defRPr/>
            </a:pPr>
            <a:endParaRPr lang="tr-TR" sz="3800" dirty="0">
              <a:latin typeface="Microsoft Sans Serif" pitchFamily="34" charset="0"/>
              <a:cs typeface="Microsoft Sans Serif" pitchFamily="34" charset="0"/>
            </a:endParaRPr>
          </a:p>
          <a:p>
            <a:pPr marL="294147" indent="-294147" algn="just">
              <a:buFont typeface="Arial" pitchFamily="34" charset="0"/>
              <a:buChar char="•"/>
              <a:defRPr/>
            </a:pPr>
            <a:endParaRPr lang="tr-TR" sz="3800" dirty="0">
              <a:latin typeface="Microsoft Sans Serif" pitchFamily="34" charset="0"/>
              <a:cs typeface="Microsoft Sans Serif" pitchFamily="34" charset="0"/>
            </a:endParaRPr>
          </a:p>
          <a:p>
            <a:pPr marL="294147" indent="-294147" algn="just">
              <a:buFont typeface="Arial" pitchFamily="34" charset="0"/>
              <a:buChar char="•"/>
              <a:defRPr/>
            </a:pPr>
            <a:endParaRPr lang="tr-TR" sz="3800" dirty="0">
              <a:latin typeface="Microsoft Sans Serif" pitchFamily="34" charset="0"/>
              <a:cs typeface="Microsoft Sans Serif" pitchFamily="34" charset="0"/>
            </a:endParaRPr>
          </a:p>
          <a:p>
            <a:pPr marL="294147" indent="-294147" algn="just">
              <a:buFont typeface="Arial" pitchFamily="34" charset="0"/>
              <a:buChar char="•"/>
              <a:defRPr/>
            </a:pPr>
            <a:endParaRPr lang="tr-TR" sz="3800" dirty="0">
              <a:latin typeface="Microsoft Sans Serif" pitchFamily="34" charset="0"/>
              <a:cs typeface="Microsoft Sans Serif" pitchFamily="34" charset="0"/>
            </a:endParaRPr>
          </a:p>
          <a:p>
            <a:pPr marL="294147" indent="-294147" algn="just">
              <a:buFont typeface="Arial" pitchFamily="34" charset="0"/>
              <a:buChar char="•"/>
              <a:defRPr/>
            </a:pPr>
            <a:endParaRPr lang="tr-TR" sz="3800" dirty="0">
              <a:latin typeface="Microsoft Sans Serif" pitchFamily="34" charset="0"/>
              <a:cs typeface="Microsoft Sans Serif" pitchFamily="34" charset="0"/>
            </a:endParaRPr>
          </a:p>
          <a:p>
            <a:pPr marL="294147" indent="-294147" algn="just">
              <a:buFont typeface="Arial" pitchFamily="34" charset="0"/>
              <a:buChar char="•"/>
              <a:defRPr/>
            </a:pPr>
            <a:endParaRPr lang="tr-TR" sz="3800" dirty="0">
              <a:latin typeface="Microsoft Sans Serif" pitchFamily="34" charset="0"/>
              <a:cs typeface="Microsoft Sans Serif" pitchFamily="34" charset="0"/>
            </a:endParaRPr>
          </a:p>
          <a:p>
            <a:pPr marL="294147" indent="-294147" algn="just">
              <a:buFont typeface="Arial" pitchFamily="34" charset="0"/>
              <a:buChar char="•"/>
              <a:defRPr/>
            </a:pPr>
            <a:endParaRPr lang="tr-TR" sz="6000" dirty="0">
              <a:latin typeface="Microsoft Sans Serif" pitchFamily="34" charset="0"/>
              <a:cs typeface="Microsoft Sans Serif" pitchFamily="34" charset="0"/>
            </a:endParaRPr>
          </a:p>
          <a:p>
            <a:pPr marL="294147" indent="-294147" algn="just">
              <a:buFont typeface="Arial" pitchFamily="34" charset="0"/>
              <a:buChar char="•"/>
              <a:defRPr/>
            </a:pP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tr-TR" sz="6000" dirty="0" err="1">
                <a:latin typeface="Microsoft Sans Serif" pitchFamily="34" charset="0"/>
                <a:cs typeface="Microsoft Sans Serif" pitchFamily="34" charset="0"/>
              </a:rPr>
              <a:t>Describe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tr-TR" sz="6000" dirty="0" err="1">
                <a:latin typeface="Microsoft Sans Serif" pitchFamily="34" charset="0"/>
                <a:cs typeface="Microsoft Sans Serif" pitchFamily="34" charset="0"/>
              </a:rPr>
              <a:t>the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tr-TR" sz="6000" dirty="0" err="1">
                <a:latin typeface="Microsoft Sans Serif" pitchFamily="34" charset="0"/>
                <a:cs typeface="Microsoft Sans Serif" pitchFamily="34" charset="0"/>
              </a:rPr>
              <a:t>system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tr-TR" sz="6000" dirty="0" err="1">
                <a:latin typeface="Microsoft Sans Serif" pitchFamily="34" charset="0"/>
                <a:cs typeface="Microsoft Sans Serif" pitchFamily="34" charset="0"/>
              </a:rPr>
              <a:t>architecture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.</a:t>
            </a:r>
          </a:p>
          <a:p>
            <a:pPr marL="294147" indent="-294147" algn="just">
              <a:buFont typeface="Arial" pitchFamily="34" charset="0"/>
              <a:buChar char="•"/>
              <a:defRPr/>
            </a:pP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 Provide </a:t>
            </a:r>
            <a:r>
              <a:rPr lang="en-US" sz="6000" dirty="0">
                <a:latin typeface="Microsoft Sans Serif" pitchFamily="34" charset="0"/>
                <a:cs typeface="Microsoft Sans Serif" pitchFamily="34" charset="0"/>
              </a:rPr>
              <a:t>visuals </a:t>
            </a:r>
            <a:r>
              <a:rPr lang="tr-TR" sz="6000" dirty="0">
                <a:latin typeface="Microsoft Sans Serif" pitchFamily="34" charset="0"/>
                <a:cs typeface="Microsoft Sans Serif" pitchFamily="34" charset="0"/>
              </a:rPr>
              <a:t>that describe the system components and relations among them.</a:t>
            </a:r>
          </a:p>
          <a:p>
            <a:pPr marL="294147" indent="-294147" algn="just">
              <a:buFont typeface="Arial" pitchFamily="34" charset="0"/>
              <a:buChar char="•"/>
              <a:defRPr/>
            </a:pPr>
            <a:endParaRPr lang="tr-TR" sz="3800" dirty="0">
              <a:latin typeface="Microsoft Sans Serif" pitchFamily="34" charset="0"/>
              <a:cs typeface="Microsoft Sans Serif" pitchFamily="34" charset="0"/>
            </a:endParaRPr>
          </a:p>
          <a:p>
            <a:pPr marL="294147" indent="-294147" algn="ctr">
              <a:defRPr/>
            </a:pPr>
            <a:endParaRPr lang="en-US" sz="3800" dirty="0">
              <a:latin typeface="Microsoft Sans Serif" pitchFamily="34" charset="0"/>
              <a:cs typeface="Microsoft Sans Serif" pitchFamily="34" charset="0"/>
            </a:endParaRPr>
          </a:p>
          <a:p>
            <a:pPr marL="294147" indent="-294147" algn="just">
              <a:buFont typeface="Arial" pitchFamily="34" charset="0"/>
              <a:buChar char="•"/>
              <a:defRPr/>
            </a:pPr>
            <a:endParaRPr lang="tr-TR" sz="3800" dirty="0">
              <a:latin typeface="Microsoft Sans Serif" pitchFamily="34" charset="0"/>
              <a:cs typeface="Microsoft Sans Serif" pitchFamily="34" charset="0"/>
            </a:endParaRPr>
          </a:p>
          <a:p>
            <a:pPr marL="294147" indent="-294147" algn="just">
              <a:buFont typeface="Arial" pitchFamily="34" charset="0"/>
              <a:buChar char="•"/>
              <a:defRPr/>
            </a:pPr>
            <a:endParaRPr lang="en-US" sz="3800" dirty="0">
              <a:latin typeface="Microsoft Sans Serif" pitchFamily="34" charset="0"/>
              <a:cs typeface="Microsoft Sans Serif" pitchFamily="34" charset="0"/>
            </a:endParaRPr>
          </a:p>
          <a:p>
            <a:pPr marL="294147" indent="-294147" algn="just">
              <a:buFont typeface="Arial" pitchFamily="34" charset="0"/>
              <a:buChar char="•"/>
              <a:defRPr/>
            </a:pPr>
            <a:endParaRPr lang="tr-TR" sz="3800" b="1" baseline="-25000" dirty="0">
              <a:latin typeface="Microsoft Sans Serif" pitchFamily="34" charset="0"/>
              <a:cs typeface="Microsoft Sans Serif" pitchFamily="34" charset="0"/>
            </a:endParaRPr>
          </a:p>
          <a:p>
            <a:pPr marL="294147" indent="-294147" algn="just">
              <a:buFont typeface="Arial" pitchFamily="34" charset="0"/>
              <a:buChar char="•"/>
              <a:defRPr/>
            </a:pPr>
            <a:endParaRPr lang="tr-TR" sz="3800" b="1" baseline="-25000" dirty="0">
              <a:latin typeface="Microsoft Sans Serif" pitchFamily="34" charset="0"/>
              <a:cs typeface="Microsoft Sans Serif" pitchFamily="34" charset="0"/>
            </a:endParaRPr>
          </a:p>
          <a:p>
            <a:pPr marL="294147" indent="-294147" algn="just">
              <a:buFont typeface="Arial" pitchFamily="34" charset="0"/>
              <a:buChar char="•"/>
              <a:defRPr/>
            </a:pPr>
            <a:endParaRPr lang="tr-TR" sz="3800" b="1" baseline="-25000" dirty="0">
              <a:latin typeface="Microsoft Sans Serif" pitchFamily="34" charset="0"/>
              <a:cs typeface="Microsoft Sans Serif" pitchFamily="34" charset="0"/>
            </a:endParaRPr>
          </a:p>
          <a:p>
            <a:pPr marL="294147" indent="-294147" algn="just">
              <a:buFont typeface="Arial" pitchFamily="34" charset="0"/>
              <a:buChar char="•"/>
              <a:defRPr/>
            </a:pPr>
            <a:endParaRPr lang="tr-TR" sz="3800" b="1" baseline="-25000" dirty="0">
              <a:latin typeface="Microsoft Sans Serif" pitchFamily="34" charset="0"/>
              <a:cs typeface="Microsoft Sans Serif" pitchFamily="34" charset="0"/>
            </a:endParaRPr>
          </a:p>
          <a:p>
            <a:pPr marL="294147" indent="-294147" algn="just">
              <a:buFont typeface="Arial" pitchFamily="34" charset="0"/>
              <a:buChar char="•"/>
              <a:defRPr/>
            </a:pPr>
            <a:endParaRPr lang="tr-TR" sz="3800" b="1" baseline="-25000" dirty="0">
              <a:latin typeface="Microsoft Sans Serif" pitchFamily="34" charset="0"/>
              <a:cs typeface="Microsoft Sans Serif" pitchFamily="34" charset="0"/>
            </a:endParaRPr>
          </a:p>
          <a:p>
            <a:pPr marL="294147" indent="-294147" algn="just">
              <a:buFont typeface="Arial" pitchFamily="34" charset="0"/>
              <a:buChar char="•"/>
              <a:defRPr/>
            </a:pPr>
            <a:endParaRPr lang="tr-TR" sz="3800" b="1" baseline="-25000" dirty="0">
              <a:latin typeface="Microsoft Sans Serif" pitchFamily="34" charset="0"/>
              <a:cs typeface="Microsoft Sans Serif" pitchFamily="34" charset="0"/>
            </a:endParaRPr>
          </a:p>
          <a:p>
            <a:endParaRPr lang="en-US" sz="3800" dirty="0"/>
          </a:p>
        </p:txBody>
      </p:sp>
      <p:sp>
        <p:nvSpPr>
          <p:cNvPr id="63" name="Rectangle 62"/>
          <p:cNvSpPr/>
          <p:nvPr/>
        </p:nvSpPr>
        <p:spPr>
          <a:xfrm>
            <a:off x="123825" y="48006001"/>
            <a:ext cx="32245695" cy="3124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04586" tIns="52293" rIns="104586" bIns="52293" rtlCol="0" anchor="ctr"/>
          <a:lstStyle/>
          <a:p>
            <a:pPr algn="ctr"/>
            <a:r>
              <a:rPr lang="tr-TR" sz="3600" b="1" dirty="0" err="1">
                <a:solidFill>
                  <a:srgbClr val="C00000"/>
                </a:solidFill>
              </a:rPr>
              <a:t>Acknowledgement</a:t>
            </a:r>
            <a:endParaRPr lang="tr-TR" sz="3600" b="1" dirty="0">
              <a:solidFill>
                <a:srgbClr val="C00000"/>
              </a:solidFill>
            </a:endParaRPr>
          </a:p>
          <a:p>
            <a:pPr algn="ctr"/>
            <a:endParaRPr lang="tr-TR" sz="3600" b="1" dirty="0">
              <a:solidFill>
                <a:srgbClr val="C00000"/>
              </a:solidFill>
            </a:endParaRPr>
          </a:p>
          <a:p>
            <a:pPr algn="ctr"/>
            <a:r>
              <a:rPr lang="tr-TR" sz="3600" b="1" dirty="0" err="1">
                <a:solidFill>
                  <a:srgbClr val="C00000"/>
                </a:solidFill>
              </a:rPr>
              <a:t>References</a:t>
            </a:r>
            <a:endParaRPr lang="tr-TR" sz="3600" b="1" dirty="0">
              <a:solidFill>
                <a:srgbClr val="C00000"/>
              </a:solidFill>
            </a:endParaRPr>
          </a:p>
          <a:p>
            <a:pPr algn="ctr"/>
            <a:r>
              <a:rPr lang="tr-TR" sz="3600" dirty="0">
                <a:solidFill>
                  <a:schemeClr val="tx1"/>
                </a:solidFill>
              </a:rPr>
              <a:t>Pay Attention to </a:t>
            </a:r>
            <a:r>
              <a:rPr lang="tr-TR" sz="3600" dirty="0" err="1">
                <a:solidFill>
                  <a:schemeClr val="tx1"/>
                </a:solidFill>
              </a:rPr>
              <a:t>use</a:t>
            </a:r>
            <a:r>
              <a:rPr lang="tr-TR" sz="3600" dirty="0">
                <a:solidFill>
                  <a:schemeClr val="tx1"/>
                </a:solidFill>
              </a:rPr>
              <a:t> IEEE format </a:t>
            </a:r>
            <a:r>
              <a:rPr lang="tr-TR" sz="3600" dirty="0" err="1">
                <a:solidFill>
                  <a:schemeClr val="tx1"/>
                </a:solidFill>
              </a:rPr>
              <a:t>for</a:t>
            </a:r>
            <a:r>
              <a:rPr lang="tr-TR" sz="3600" dirty="0">
                <a:solidFill>
                  <a:schemeClr val="tx1"/>
                </a:solidFill>
              </a:rPr>
              <a:t> </a:t>
            </a:r>
            <a:r>
              <a:rPr lang="tr-TR" sz="3600">
                <a:solidFill>
                  <a:schemeClr val="tx1"/>
                </a:solidFill>
              </a:rPr>
              <a:t>references: </a:t>
            </a:r>
            <a:r>
              <a:rPr lang="tr-TR" sz="3600" dirty="0">
                <a:solidFill>
                  <a:schemeClr val="tx1"/>
                </a:solidFill>
              </a:rPr>
              <a:t>https://ieee-dataport.org/sites/default/files/analysis/27/IEEE%20Citation%20Guidelines.pdf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6668088" y="14833557"/>
            <a:ext cx="14706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tr-TR" sz="6000" dirty="0"/>
              <a:t> </a:t>
            </a:r>
            <a:r>
              <a:rPr lang="tr-TR" sz="6000" dirty="0" err="1"/>
              <a:t>Describe</a:t>
            </a:r>
            <a:r>
              <a:rPr lang="tr-TR" sz="6000" dirty="0"/>
              <a:t> </a:t>
            </a:r>
            <a:r>
              <a:rPr lang="tr-TR" sz="6000" dirty="0" err="1"/>
              <a:t>the</a:t>
            </a:r>
            <a:r>
              <a:rPr lang="tr-TR" sz="6000" dirty="0"/>
              <a:t> </a:t>
            </a:r>
            <a:r>
              <a:rPr lang="tr-TR" sz="6000" dirty="0" err="1"/>
              <a:t>methods</a:t>
            </a:r>
            <a:r>
              <a:rPr lang="tr-TR" sz="6000" dirty="0"/>
              <a:t> used and challenges that you have encountered.</a:t>
            </a:r>
            <a:endParaRPr lang="en-US" sz="6000" dirty="0"/>
          </a:p>
          <a:p>
            <a:pPr>
              <a:buFont typeface="Arial" pitchFamily="34" charset="0"/>
              <a:buChar char="•"/>
            </a:pPr>
            <a:r>
              <a:rPr lang="en-US" sz="6000" dirty="0"/>
              <a:t> Support methodology statements with visuals.</a:t>
            </a:r>
            <a:endParaRPr lang="tr-TR" sz="6000" dirty="0"/>
          </a:p>
          <a:p>
            <a:pPr>
              <a:buFont typeface="Arial" pitchFamily="34" charset="0"/>
              <a:buChar char="•"/>
            </a:pPr>
            <a:r>
              <a:rPr lang="tr-TR" sz="6000" dirty="0"/>
              <a:t> Do not </a:t>
            </a:r>
            <a:r>
              <a:rPr lang="tr-TR" sz="6000" dirty="0" err="1"/>
              <a:t>add</a:t>
            </a:r>
            <a:r>
              <a:rPr lang="tr-TR" sz="6000" dirty="0"/>
              <a:t> </a:t>
            </a:r>
            <a:r>
              <a:rPr lang="tr-TR" sz="6000" dirty="0" err="1"/>
              <a:t>figures</a:t>
            </a:r>
            <a:r>
              <a:rPr lang="tr-TR" sz="6000" dirty="0"/>
              <a:t> </a:t>
            </a:r>
            <a:r>
              <a:rPr lang="tr-TR" sz="6000" dirty="0" err="1"/>
              <a:t>from</a:t>
            </a:r>
            <a:r>
              <a:rPr lang="tr-TR" sz="6000" dirty="0"/>
              <a:t> </a:t>
            </a:r>
            <a:r>
              <a:rPr lang="tr-TR" sz="6000" dirty="0" err="1"/>
              <a:t>other</a:t>
            </a:r>
            <a:r>
              <a:rPr lang="tr-TR" sz="6000" dirty="0"/>
              <a:t> </a:t>
            </a:r>
            <a:r>
              <a:rPr lang="tr-TR" sz="6000" dirty="0" err="1"/>
              <a:t>papers</a:t>
            </a:r>
            <a:r>
              <a:rPr lang="tr-TR" sz="6000" dirty="0"/>
              <a:t>. </a:t>
            </a:r>
            <a:r>
              <a:rPr lang="tr-TR" sz="6000" dirty="0" err="1"/>
              <a:t>If</a:t>
            </a:r>
            <a:r>
              <a:rPr lang="tr-TR" sz="6000" dirty="0"/>
              <a:t> you </a:t>
            </a:r>
            <a:r>
              <a:rPr lang="tr-TR" sz="6000" dirty="0" err="1"/>
              <a:t>have</a:t>
            </a:r>
            <a:r>
              <a:rPr lang="tr-TR" sz="6000" dirty="0"/>
              <a:t> </a:t>
            </a:r>
            <a:r>
              <a:rPr lang="tr-TR" sz="6000" dirty="0" err="1"/>
              <a:t>to</a:t>
            </a:r>
            <a:r>
              <a:rPr lang="tr-TR" sz="6000" dirty="0"/>
              <a:t>, </a:t>
            </a:r>
            <a:r>
              <a:rPr lang="tr-TR" sz="6000" dirty="0" err="1"/>
              <a:t>please</a:t>
            </a:r>
            <a:r>
              <a:rPr lang="tr-TR" sz="6000" dirty="0"/>
              <a:t> </a:t>
            </a:r>
            <a:r>
              <a:rPr lang="tr-TR" sz="6000" dirty="0" err="1"/>
              <a:t>cite</a:t>
            </a:r>
            <a:r>
              <a:rPr lang="tr-TR" sz="6000" dirty="0"/>
              <a:t> </a:t>
            </a:r>
            <a:r>
              <a:rPr lang="tr-TR" sz="6000" dirty="0" err="1"/>
              <a:t>them</a:t>
            </a:r>
            <a:r>
              <a:rPr lang="tr-TR" sz="6000" dirty="0"/>
              <a:t>.</a:t>
            </a:r>
            <a:endParaRPr lang="en-US" sz="6000" dirty="0"/>
          </a:p>
        </p:txBody>
      </p:sp>
      <p:pic>
        <p:nvPicPr>
          <p:cNvPr id="26" name="Picture 35" descr="KU.jp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72" b="15040"/>
          <a:stretch/>
        </p:blipFill>
        <p:spPr bwMode="auto">
          <a:xfrm>
            <a:off x="27555825" y="177429"/>
            <a:ext cx="4667250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F12AA54-3E35-4D53-BD9C-1181E883A020}"/>
              </a:ext>
            </a:extLst>
          </p:cNvPr>
          <p:cNvSpPr txBox="1"/>
          <p:nvPr/>
        </p:nvSpPr>
        <p:spPr>
          <a:xfrm>
            <a:off x="16668088" y="7146683"/>
            <a:ext cx="109367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Put your </a:t>
            </a:r>
            <a:r>
              <a:rPr lang="en-US" sz="5400" dirty="0" err="1"/>
              <a:t>grou</a:t>
            </a:r>
            <a:r>
              <a:rPr lang="tr-TR" sz="5400" dirty="0"/>
              <a:t>p </a:t>
            </a:r>
            <a:r>
              <a:rPr lang="en-US" sz="5400" dirty="0"/>
              <a:t>photo</a:t>
            </a:r>
            <a:r>
              <a:rPr lang="tr-TR" sz="5400" dirty="0"/>
              <a:t> (</a:t>
            </a:r>
            <a:r>
              <a:rPr lang="tr-TR" sz="5400" dirty="0" err="1"/>
              <a:t>containing</a:t>
            </a:r>
            <a:r>
              <a:rPr lang="tr-TR" sz="5400" dirty="0"/>
              <a:t> </a:t>
            </a:r>
            <a:r>
              <a:rPr lang="tr-TR" sz="5400" dirty="0" err="1"/>
              <a:t>all</a:t>
            </a:r>
            <a:r>
              <a:rPr lang="tr-TR" sz="5400" dirty="0"/>
              <a:t> </a:t>
            </a:r>
            <a:r>
              <a:rPr lang="tr-TR" sz="5400" dirty="0" err="1"/>
              <a:t>members</a:t>
            </a:r>
            <a:r>
              <a:rPr lang="tr-TR" sz="5400" dirty="0"/>
              <a:t>) </a:t>
            </a:r>
            <a:r>
              <a:rPr lang="en-US" sz="5400" dirty="0"/>
              <a:t>here.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3FFDF8F-6962-4802-93FF-536FA91C8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19114" y="9457248"/>
            <a:ext cx="10936711" cy="215832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FD7051A-53E1-4E3C-98AA-167E3EC71ADE}"/>
              </a:ext>
            </a:extLst>
          </p:cNvPr>
          <p:cNvSpPr txBox="1"/>
          <p:nvPr/>
        </p:nvSpPr>
        <p:spPr>
          <a:xfrm>
            <a:off x="27931317" y="7146683"/>
            <a:ext cx="359801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Put your </a:t>
            </a:r>
            <a:r>
              <a:rPr lang="tr-TR" sz="5400" dirty="0"/>
              <a:t>QR </a:t>
            </a:r>
            <a:r>
              <a:rPr lang="tr-TR" sz="5400" dirty="0" err="1"/>
              <a:t>Code</a:t>
            </a:r>
            <a:r>
              <a:rPr lang="tr-TR" sz="5400" dirty="0"/>
              <a:t> here (</a:t>
            </a:r>
            <a:r>
              <a:rPr lang="tr-TR" sz="5400" dirty="0" err="1"/>
              <a:t>right</a:t>
            </a:r>
            <a:r>
              <a:rPr lang="tr-TR" sz="5400" dirty="0"/>
              <a:t> </a:t>
            </a:r>
            <a:r>
              <a:rPr lang="tr-TR" sz="5400" dirty="0" err="1"/>
              <a:t>side</a:t>
            </a:r>
            <a:r>
              <a:rPr lang="tr-TR" sz="5400" dirty="0"/>
              <a:t> of </a:t>
            </a:r>
            <a:r>
              <a:rPr lang="tr-TR" sz="5400" dirty="0" err="1"/>
              <a:t>the</a:t>
            </a:r>
            <a:r>
              <a:rPr lang="tr-TR" sz="5400" dirty="0"/>
              <a:t> </a:t>
            </a:r>
            <a:r>
              <a:rPr lang="tr-TR" sz="5400" dirty="0" err="1"/>
              <a:t>photo</a:t>
            </a:r>
            <a:r>
              <a:rPr lang="tr-TR" sz="5400" dirty="0"/>
              <a:t>).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ans Serif">
      <a:majorFont>
        <a:latin typeface="Microsoft Sans Serif"/>
        <a:ea typeface=""/>
        <a:cs typeface=""/>
      </a:majorFont>
      <a:minorFont>
        <a:latin typeface="Microsoft Sans Serif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2326</TotalTime>
  <Words>229</Words>
  <Application>Microsoft Office PowerPoint</Application>
  <PresentationFormat>Custom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Microsoft Sans Serif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Öznur Özkasap</cp:lastModifiedBy>
  <cp:revision>8</cp:revision>
  <dcterms:created xsi:type="dcterms:W3CDTF">2013-03-25T15:06:03Z</dcterms:created>
  <dcterms:modified xsi:type="dcterms:W3CDTF">2019-04-23T15:01:16Z</dcterms:modified>
</cp:coreProperties>
</file>