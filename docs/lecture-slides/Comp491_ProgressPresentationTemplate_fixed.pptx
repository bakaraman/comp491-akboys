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1" r:id="rId3"/>
    <p:sldId id="257" r:id="rId4"/>
    <p:sldId id="258" r:id="rId5"/>
    <p:sldId id="259" r:id="rId6"/>
    <p:sldId id="260" r:id="rId7"/>
    <p:sldId id="262" r:id="rId8"/>
  </p:sldIdLst>
  <p:sldSz cx="9144000" cy="6858000" type="screen4x3"/>
  <p:notesSz cx="6858000" cy="9144000"/>
  <p:defaultTextStyle>
    <a:defPPr>
      <a:defRPr lang="tr-T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0B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21" autoAdjust="0"/>
    <p:restoredTop sz="94586" autoAdjust="0"/>
  </p:normalViewPr>
  <p:slideViewPr>
    <p:cSldViewPr>
      <p:cViewPr varScale="1">
        <p:scale>
          <a:sx n="64" d="100"/>
          <a:sy n="64" d="100"/>
        </p:scale>
        <p:origin x="1152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45AC125-138F-421C-9E50-80110451F5F2}" type="datetimeFigureOut">
              <a:rPr lang="tr-TR"/>
              <a:pPr>
                <a:defRPr/>
              </a:pPr>
              <a:t>24.02.2019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tr-TR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tr-TR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3F93C44-D382-4238-AFA1-CD7C1AC406B9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8122406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/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2D09812-12E3-47EB-AB28-BD66C1EFAFB8}" type="slidenum">
              <a:rPr lang="tr-T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772507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H="1">
            <a:off x="0" y="1052513"/>
            <a:ext cx="9144000" cy="0"/>
          </a:xfrm>
          <a:prstGeom prst="line">
            <a:avLst/>
          </a:prstGeom>
          <a:ln w="82550">
            <a:solidFill>
              <a:srgbClr val="C10B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864096"/>
          </a:xfrm>
          <a:prstGeom prst="rect">
            <a:avLst/>
          </a:prstGeom>
        </p:spPr>
        <p:txBody>
          <a:bodyPr/>
          <a:lstStyle>
            <a:lvl1pPr>
              <a:defRPr sz="3200" b="1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tr-TR" dirty="0"/>
          </a:p>
        </p:txBody>
      </p:sp>
      <p:sp>
        <p:nvSpPr>
          <p:cNvPr id="9" name="Content Placeholder 2"/>
          <p:cNvSpPr>
            <a:spLocks noGrp="1"/>
          </p:cNvSpPr>
          <p:nvPr>
            <p:ph idx="10"/>
          </p:nvPr>
        </p:nvSpPr>
        <p:spPr>
          <a:xfrm>
            <a:off x="395536" y="1495325"/>
            <a:ext cx="8229600" cy="4525963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b="1">
                <a:solidFill>
                  <a:srgbClr val="C00000"/>
                </a:solidFill>
                <a:latin typeface="Arial" pitchFamily="34" charset="0"/>
                <a:cs typeface="Arial" pitchFamily="34" charset="0"/>
              </a:defRPr>
            </a:lvl1pPr>
            <a:lvl2pPr>
              <a:buFont typeface="Wingdings" pitchFamily="2" charset="2"/>
              <a:buChar char="§"/>
              <a:defRPr sz="3200" b="1">
                <a:latin typeface="Arial" pitchFamily="34" charset="0"/>
                <a:cs typeface="Arial" pitchFamily="34" charset="0"/>
              </a:defRPr>
            </a:lvl2pPr>
            <a:lvl3pPr>
              <a:buFont typeface="Wingdings" pitchFamily="2" charset="2"/>
              <a:buChar char="§"/>
              <a:defRPr b="1">
                <a:latin typeface="Arial" pitchFamily="34" charset="0"/>
                <a:cs typeface="Arial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itchFamily="34" charset="0"/>
                <a:cs typeface="Arial" pitchFamily="34" charset="0"/>
              </a:defRPr>
            </a:lvl4pPr>
            <a:lvl5pPr>
              <a:buFont typeface="Arial" pitchFamily="34" charset="0"/>
              <a:buChar char="•"/>
              <a:defRPr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10B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4" descr="J:\Burak\zivir\vector vs vs\logo.dik.eng_transparent_beyaz.png"/>
          <p:cNvPicPr>
            <a:picLocks noChangeAspect="1" noChangeArrowheads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276600" y="2425700"/>
            <a:ext cx="2590800" cy="200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</p:sldLayoutIdLst>
  <p:hf sldNum="0"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cm.org/publications/authors/reference-formatting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Content Placeholder 2"/>
          <p:cNvSpPr>
            <a:spLocks noGrp="1"/>
          </p:cNvSpPr>
          <p:nvPr>
            <p:ph idx="10"/>
          </p:nvPr>
        </p:nvSpPr>
        <p:spPr bwMode="auto">
          <a:xfrm>
            <a:off x="395288" y="1495425"/>
            <a:ext cx="8229600" cy="452596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endParaRPr lang="en-US" dirty="0">
              <a:latin typeface="Arial" charset="0"/>
              <a:cs typeface="Arial" charset="0"/>
            </a:endParaRPr>
          </a:p>
          <a:p>
            <a:pPr algn="just"/>
            <a:r>
              <a:rPr lang="tr-TR" dirty="0">
                <a:latin typeface="Arial" charset="0"/>
                <a:cs typeface="Arial" charset="0"/>
              </a:rPr>
              <a:t>Project </a:t>
            </a:r>
            <a:r>
              <a:rPr lang="tr-TR" dirty="0" err="1">
                <a:latin typeface="Arial" charset="0"/>
                <a:cs typeface="Arial" charset="0"/>
              </a:rPr>
              <a:t>title</a:t>
            </a:r>
            <a:endParaRPr lang="tr-TR" dirty="0">
              <a:latin typeface="Arial" charset="0"/>
              <a:cs typeface="Arial" charset="0"/>
            </a:endParaRPr>
          </a:p>
          <a:p>
            <a:pPr algn="just"/>
            <a:r>
              <a:rPr lang="tr-TR" dirty="0">
                <a:latin typeface="Arial" charset="0"/>
                <a:cs typeface="Arial" charset="0"/>
              </a:rPr>
              <a:t>Project </a:t>
            </a:r>
            <a:r>
              <a:rPr lang="tr-TR" dirty="0" err="1">
                <a:latin typeface="Arial" charset="0"/>
                <a:cs typeface="Arial" charset="0"/>
              </a:rPr>
              <a:t>team</a:t>
            </a:r>
            <a:r>
              <a:rPr lang="tr-TR" dirty="0">
                <a:latin typeface="Arial" charset="0"/>
                <a:cs typeface="Arial" charset="0"/>
              </a:rPr>
              <a:t> </a:t>
            </a:r>
            <a:r>
              <a:rPr lang="tr-TR" dirty="0" err="1">
                <a:latin typeface="Arial" charset="0"/>
                <a:cs typeface="Arial" charset="0"/>
              </a:rPr>
              <a:t>members</a:t>
            </a:r>
            <a:endParaRPr lang="tr-TR" dirty="0">
              <a:latin typeface="Arial" charset="0"/>
              <a:cs typeface="Arial" charset="0"/>
            </a:endParaRPr>
          </a:p>
          <a:p>
            <a:pPr algn="just"/>
            <a:r>
              <a:rPr lang="tr-TR" dirty="0" err="1">
                <a:latin typeface="Arial" charset="0"/>
                <a:cs typeface="Arial" charset="0"/>
              </a:rPr>
              <a:t>Progress</a:t>
            </a:r>
            <a:r>
              <a:rPr lang="tr-TR" dirty="0">
                <a:latin typeface="Arial" charset="0"/>
                <a:cs typeface="Arial" charset="0"/>
              </a:rPr>
              <a:t> </a:t>
            </a:r>
            <a:r>
              <a:rPr lang="tr-TR" dirty="0" err="1">
                <a:latin typeface="Arial" charset="0"/>
                <a:cs typeface="Arial" charset="0"/>
              </a:rPr>
              <a:t>meeting</a:t>
            </a:r>
            <a:r>
              <a:rPr lang="tr-TR" dirty="0">
                <a:latin typeface="Arial" charset="0"/>
                <a:cs typeface="Arial" charset="0"/>
              </a:rPr>
              <a:t> </a:t>
            </a:r>
            <a:r>
              <a:rPr lang="tr-TR" dirty="0" err="1">
                <a:latin typeface="Arial" charset="0"/>
                <a:cs typeface="Arial" charset="0"/>
              </a:rPr>
              <a:t>number</a:t>
            </a:r>
            <a:r>
              <a:rPr lang="tr-TR" dirty="0">
                <a:latin typeface="Arial" charset="0"/>
                <a:cs typeface="Arial" charset="0"/>
              </a:rPr>
              <a:t> </a:t>
            </a:r>
            <a:r>
              <a:rPr lang="tr-TR" dirty="0" err="1">
                <a:latin typeface="Arial" charset="0"/>
                <a:cs typeface="Arial" charset="0"/>
              </a:rPr>
              <a:t>and</a:t>
            </a:r>
            <a:r>
              <a:rPr lang="tr-TR" dirty="0">
                <a:latin typeface="Arial" charset="0"/>
                <a:cs typeface="Arial" charset="0"/>
              </a:rPr>
              <a:t> </a:t>
            </a:r>
            <a:r>
              <a:rPr lang="tr-TR" dirty="0" err="1">
                <a:latin typeface="Arial" charset="0"/>
                <a:cs typeface="Arial" charset="0"/>
              </a:rPr>
              <a:t>date</a:t>
            </a:r>
            <a:endParaRPr lang="tr-TR" dirty="0">
              <a:latin typeface="Arial" charset="0"/>
              <a:cs typeface="Arial" charset="0"/>
            </a:endParaRPr>
          </a:p>
          <a:p>
            <a:pPr algn="just"/>
            <a:endParaRPr lang="tr-TR" dirty="0">
              <a:latin typeface="Arial" charset="0"/>
              <a:cs typeface="Arial" charset="0"/>
            </a:endParaRPr>
          </a:p>
          <a:p>
            <a:pPr algn="just"/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864096"/>
          </a:xfrm>
        </p:spPr>
        <p:txBody>
          <a:bodyPr/>
          <a:lstStyle/>
          <a:p>
            <a:r>
              <a:rPr lang="tr-TR" dirty="0"/>
              <a:t>Comp491 Project </a:t>
            </a:r>
            <a:r>
              <a:rPr lang="tr-TR" dirty="0" err="1"/>
              <a:t>Progress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3249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 bwMode="auto">
          <a:xfrm>
            <a:off x="457200" y="189135"/>
            <a:ext cx="8229600" cy="863601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dirty="0">
                <a:latin typeface="Arial" charset="0"/>
                <a:cs typeface="Arial" charset="0"/>
              </a:rPr>
              <a:t>Previous Progress Meeting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0"/>
          </p:nvPr>
        </p:nvSpPr>
        <p:spPr bwMode="auto">
          <a:xfrm>
            <a:off x="395288" y="1495425"/>
            <a:ext cx="8229600" cy="452596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endParaRPr lang="en-US" dirty="0">
              <a:latin typeface="Arial" charset="0"/>
              <a:cs typeface="Arial" charset="0"/>
            </a:endParaRPr>
          </a:p>
          <a:p>
            <a:pPr algn="just"/>
            <a:r>
              <a:rPr lang="en-US" dirty="0">
                <a:latin typeface="Arial" charset="0"/>
                <a:cs typeface="Arial" charset="0"/>
              </a:rPr>
              <a:t>Show your </a:t>
            </a:r>
            <a:r>
              <a:rPr lang="tr-TR" dirty="0">
                <a:latin typeface="Arial" charset="0"/>
                <a:cs typeface="Arial" charset="0"/>
              </a:rPr>
              <a:t>(</a:t>
            </a:r>
            <a:r>
              <a:rPr lang="en-US" dirty="0">
                <a:latin typeface="Arial" charset="0"/>
                <a:cs typeface="Arial" charset="0"/>
              </a:rPr>
              <a:t>previous</a:t>
            </a:r>
            <a:r>
              <a:rPr lang="tr-TR" dirty="0">
                <a:latin typeface="Arial" charset="0"/>
                <a:cs typeface="Arial" charset="0"/>
              </a:rPr>
              <a:t>)</a:t>
            </a:r>
            <a:r>
              <a:rPr lang="en-US" dirty="0">
                <a:latin typeface="Arial" charset="0"/>
                <a:cs typeface="Arial" charset="0"/>
              </a:rPr>
              <a:t> progress meeting to-dos.</a:t>
            </a:r>
          </a:p>
          <a:p>
            <a:pPr algn="just"/>
            <a:r>
              <a:rPr lang="en-US" dirty="0">
                <a:latin typeface="Arial" charset="0"/>
                <a:cs typeface="Arial" charset="0"/>
              </a:rPr>
              <a:t>Problems that you faced </a:t>
            </a:r>
            <a:r>
              <a:rPr lang="tr-TR" dirty="0">
                <a:latin typeface="Arial" charset="0"/>
                <a:cs typeface="Arial" charset="0"/>
              </a:rPr>
              <a:t>(</a:t>
            </a:r>
            <a:r>
              <a:rPr lang="en-US" dirty="0">
                <a:latin typeface="Arial" charset="0"/>
                <a:cs typeface="Arial" charset="0"/>
              </a:rPr>
              <a:t>in </a:t>
            </a:r>
            <a:r>
              <a:rPr lang="tr-TR" dirty="0" err="1">
                <a:latin typeface="Arial" charset="0"/>
                <a:cs typeface="Arial" charset="0"/>
              </a:rPr>
              <a:t>the</a:t>
            </a:r>
            <a:r>
              <a:rPr lang="tr-TR" dirty="0">
                <a:latin typeface="Arial" charset="0"/>
                <a:cs typeface="Arial" charset="0"/>
              </a:rPr>
              <a:t> </a:t>
            </a:r>
            <a:r>
              <a:rPr lang="en-US" dirty="0">
                <a:latin typeface="Arial" charset="0"/>
                <a:cs typeface="Arial" charset="0"/>
              </a:rPr>
              <a:t>last progress</a:t>
            </a:r>
            <a:r>
              <a:rPr lang="tr-TR" dirty="0">
                <a:latin typeface="Arial" charset="0"/>
                <a:cs typeface="Arial" charset="0"/>
              </a:rPr>
              <a:t>) </a:t>
            </a:r>
            <a:r>
              <a:rPr lang="en-US" dirty="0">
                <a:latin typeface="Arial" charset="0"/>
                <a:cs typeface="Arial" charset="0"/>
              </a:rPr>
              <a:t>and your solution to overcome these problems.</a:t>
            </a:r>
            <a:endParaRPr lang="tr-TR" dirty="0">
              <a:latin typeface="Arial" charset="0"/>
              <a:cs typeface="Arial" charset="0"/>
            </a:endParaRPr>
          </a:p>
          <a:p>
            <a:pPr algn="just"/>
            <a:endParaRPr lang="en-US" dirty="0">
              <a:latin typeface="Arial" charset="0"/>
              <a:cs typeface="Arial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864096"/>
          </a:xfrm>
        </p:spPr>
        <p:txBody>
          <a:bodyPr/>
          <a:lstStyle/>
          <a:p>
            <a:r>
              <a:rPr lang="en-US" dirty="0"/>
              <a:t>Current Progress Meeting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algn="just"/>
            <a:r>
              <a:rPr lang="en-US" dirty="0"/>
              <a:t>Current </a:t>
            </a:r>
            <a:r>
              <a:rPr lang="tr-TR" dirty="0"/>
              <a:t>W</a:t>
            </a:r>
            <a:r>
              <a:rPr lang="en-US" dirty="0" err="1"/>
              <a:t>ork</a:t>
            </a:r>
            <a:r>
              <a:rPr lang="en-US" dirty="0"/>
              <a:t> Package details</a:t>
            </a:r>
          </a:p>
          <a:p>
            <a:pPr algn="just"/>
            <a:r>
              <a:rPr lang="en-US" dirty="0"/>
              <a:t>Tasks performed </a:t>
            </a:r>
            <a:r>
              <a:rPr lang="tr-TR" dirty="0"/>
              <a:t>(</a:t>
            </a:r>
            <a:r>
              <a:rPr lang="en-US" dirty="0"/>
              <a:t>after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en-US" dirty="0"/>
              <a:t>last progress meeting</a:t>
            </a:r>
            <a:r>
              <a:rPr lang="tr-TR" dirty="0"/>
              <a:t>)</a:t>
            </a:r>
            <a:r>
              <a:rPr lang="en-US" dirty="0"/>
              <a:t>.</a:t>
            </a:r>
          </a:p>
          <a:p>
            <a:pPr lvl="1" algn="just"/>
            <a:r>
              <a:rPr lang="en-US" dirty="0"/>
              <a:t>details of </a:t>
            </a:r>
            <a:r>
              <a:rPr lang="tr-TR" dirty="0" err="1"/>
              <a:t>members</a:t>
            </a:r>
            <a:r>
              <a:rPr lang="tr-TR" dirty="0"/>
              <a:t>’ </a:t>
            </a:r>
            <a:r>
              <a:rPr lang="en-US" dirty="0"/>
              <a:t>work distribution</a:t>
            </a:r>
            <a:endParaRPr lang="tr-TR" dirty="0"/>
          </a:p>
          <a:p>
            <a:pPr lvl="1" algn="just"/>
            <a:r>
              <a:rPr lang="tr-TR" dirty="0" err="1"/>
              <a:t>deliverable</a:t>
            </a:r>
            <a:r>
              <a:rPr lang="tr-TR" dirty="0"/>
              <a:t> </a:t>
            </a:r>
            <a:r>
              <a:rPr lang="tr-TR" dirty="0" err="1"/>
              <a:t>information</a:t>
            </a:r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305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864096"/>
          </a:xfrm>
        </p:spPr>
        <p:txBody>
          <a:bodyPr/>
          <a:lstStyle/>
          <a:p>
            <a:r>
              <a:rPr lang="tr-TR" dirty="0" err="1"/>
              <a:t>Next</a:t>
            </a:r>
            <a:r>
              <a:rPr lang="tr-TR" dirty="0"/>
              <a:t> </a:t>
            </a:r>
            <a:r>
              <a:rPr lang="en-US" dirty="0"/>
              <a:t>Progress Meeting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algn="just"/>
            <a:r>
              <a:rPr lang="en-US" dirty="0"/>
              <a:t>Indicate the </a:t>
            </a:r>
            <a:r>
              <a:rPr lang="tr-TR" dirty="0" err="1"/>
              <a:t>next</a:t>
            </a:r>
            <a:r>
              <a:rPr lang="tr-TR" dirty="0"/>
              <a:t> </a:t>
            </a:r>
            <a:r>
              <a:rPr lang="en-US" dirty="0"/>
              <a:t>task</a:t>
            </a:r>
            <a:r>
              <a:rPr lang="tr-TR" dirty="0"/>
              <a:t>s</a:t>
            </a:r>
            <a:r>
              <a:rPr lang="en-US" dirty="0"/>
              <a:t> that you plan to complete</a:t>
            </a:r>
          </a:p>
          <a:p>
            <a:pPr lvl="1" algn="just"/>
            <a:r>
              <a:rPr lang="tr-TR" dirty="0" err="1"/>
              <a:t>with</a:t>
            </a:r>
            <a:r>
              <a:rPr lang="tr-TR" dirty="0"/>
              <a:t> d</a:t>
            </a:r>
            <a:r>
              <a:rPr lang="en-US" dirty="0" err="1"/>
              <a:t>etails</a:t>
            </a:r>
            <a:r>
              <a:rPr lang="en-US" dirty="0"/>
              <a:t> of work distribution</a:t>
            </a:r>
          </a:p>
          <a:p>
            <a:pPr lvl="1"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3569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864096"/>
          </a:xfrm>
        </p:spPr>
        <p:txBody>
          <a:bodyPr/>
          <a:lstStyle/>
          <a:p>
            <a:r>
              <a:rPr lang="tr-TR" dirty="0" err="1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algn="just"/>
            <a:r>
              <a:rPr lang="tr-TR" dirty="0" err="1"/>
              <a:t>List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references</a:t>
            </a:r>
            <a:r>
              <a:rPr lang="tr-TR" dirty="0"/>
              <a:t> </a:t>
            </a:r>
            <a:r>
              <a:rPr lang="tr-TR" dirty="0" err="1"/>
              <a:t>you</a:t>
            </a:r>
            <a:r>
              <a:rPr lang="tr-TR" dirty="0"/>
              <a:t> </a:t>
            </a:r>
            <a:r>
              <a:rPr lang="tr-TR" dirty="0" err="1"/>
              <a:t>have</a:t>
            </a:r>
            <a:r>
              <a:rPr lang="tr-TR" dirty="0"/>
              <a:t> </a:t>
            </a:r>
            <a:r>
              <a:rPr lang="tr-TR" dirty="0" err="1"/>
              <a:t>used</a:t>
            </a:r>
            <a:r>
              <a:rPr lang="tr-TR" dirty="0"/>
              <a:t>.</a:t>
            </a:r>
          </a:p>
          <a:p>
            <a:pPr algn="just"/>
            <a:r>
              <a:rPr lang="tr-TR" dirty="0" err="1"/>
              <a:t>Use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ACM </a:t>
            </a:r>
            <a:r>
              <a:rPr lang="tr-TR" dirty="0" err="1"/>
              <a:t>reference</a:t>
            </a:r>
            <a:r>
              <a:rPr lang="tr-TR" dirty="0"/>
              <a:t> format:</a:t>
            </a:r>
          </a:p>
          <a:p>
            <a:pPr lvl="1" algn="just"/>
            <a:r>
              <a:rPr lang="tr-TR" sz="2800" dirty="0">
                <a:hlinkClick r:id="rId2"/>
              </a:rPr>
              <a:t>https://www.acm.org/publications/authors/reference-formatting</a:t>
            </a:r>
            <a:endParaRPr lang="tr-TR" sz="2800" dirty="0"/>
          </a:p>
          <a:p>
            <a:pPr lvl="1" algn="just"/>
            <a:endParaRPr lang="tr-TR" dirty="0"/>
          </a:p>
          <a:p>
            <a:pPr algn="just"/>
            <a:endParaRPr lang="tr-TR" dirty="0"/>
          </a:p>
          <a:p>
            <a:pPr marL="457200" lvl="1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581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864096"/>
          </a:xfrm>
        </p:spPr>
        <p:txBody>
          <a:bodyPr/>
          <a:lstStyle/>
          <a:p>
            <a:r>
              <a:rPr lang="tr-TR" dirty="0" err="1"/>
              <a:t>Attachment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algn="just"/>
            <a:r>
              <a:rPr lang="tr-TR" dirty="0" err="1"/>
              <a:t>If</a:t>
            </a:r>
            <a:r>
              <a:rPr lang="tr-TR" dirty="0"/>
              <a:t> </a:t>
            </a:r>
            <a:r>
              <a:rPr lang="tr-TR" dirty="0" err="1"/>
              <a:t>you</a:t>
            </a:r>
            <a:r>
              <a:rPr lang="tr-TR" dirty="0"/>
              <a:t> </a:t>
            </a:r>
            <a:r>
              <a:rPr lang="tr-TR" dirty="0" err="1"/>
              <a:t>prepared</a:t>
            </a:r>
            <a:r>
              <a:rPr lang="tr-TR" dirty="0"/>
              <a:t> a </a:t>
            </a:r>
            <a:r>
              <a:rPr lang="tr-TR" dirty="0" err="1"/>
              <a:t>project</a:t>
            </a:r>
            <a:r>
              <a:rPr lang="tr-TR" dirty="0"/>
              <a:t> </a:t>
            </a:r>
            <a:r>
              <a:rPr lang="tr-TR" dirty="0" err="1"/>
              <a:t>deliverable</a:t>
            </a:r>
            <a:r>
              <a:rPr lang="tr-TR" dirty="0"/>
              <a:t> file </a:t>
            </a:r>
            <a:r>
              <a:rPr lang="tr-TR" dirty="0" err="1"/>
              <a:t>or</a:t>
            </a:r>
            <a:r>
              <a:rPr lang="tr-TR" dirty="0"/>
              <a:t> </a:t>
            </a:r>
            <a:r>
              <a:rPr lang="tr-TR" dirty="0" err="1"/>
              <a:t>report</a:t>
            </a:r>
            <a:r>
              <a:rPr lang="tr-TR" dirty="0"/>
              <a:t> (since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last</a:t>
            </a:r>
            <a:r>
              <a:rPr lang="tr-TR" dirty="0"/>
              <a:t> </a:t>
            </a:r>
            <a:r>
              <a:rPr lang="tr-TR" dirty="0" err="1"/>
              <a:t>meeting</a:t>
            </a:r>
            <a:r>
              <a:rPr lang="tr-TR" dirty="0"/>
              <a:t>), </a:t>
            </a:r>
            <a:r>
              <a:rPr lang="tr-TR" dirty="0" err="1"/>
              <a:t>submit</a:t>
            </a:r>
            <a:r>
              <a:rPr lang="tr-TR" dirty="0"/>
              <a:t> it </a:t>
            </a:r>
            <a:r>
              <a:rPr lang="tr-TR" dirty="0" err="1"/>
              <a:t>together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this</a:t>
            </a:r>
            <a:r>
              <a:rPr lang="tr-TR" dirty="0"/>
              <a:t> </a:t>
            </a:r>
            <a:r>
              <a:rPr lang="tr-TR" dirty="0" err="1"/>
              <a:t>presentation</a:t>
            </a:r>
            <a:r>
              <a:rPr lang="tr-TR" dirty="0"/>
              <a:t>.</a:t>
            </a:r>
          </a:p>
          <a:p>
            <a:pPr algn="just"/>
            <a:r>
              <a:rPr lang="tr-TR" dirty="0" err="1"/>
              <a:t>This</a:t>
            </a:r>
            <a:r>
              <a:rPr lang="tr-TR" dirty="0"/>
              <a:t> is </a:t>
            </a:r>
            <a:r>
              <a:rPr lang="tr-TR" dirty="0" err="1"/>
              <a:t>optional</a:t>
            </a:r>
            <a:r>
              <a:rPr lang="tr-TR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232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KU Presentation - English (1)</Template>
  <TotalTime>33</TotalTime>
  <Words>143</Words>
  <Application>Microsoft Office PowerPoint</Application>
  <PresentationFormat>On-screen Show (4:3)</PresentationFormat>
  <Paragraphs>26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Wingdings</vt:lpstr>
      <vt:lpstr>Office Theme</vt:lpstr>
      <vt:lpstr>PowerPoint Presentation</vt:lpstr>
      <vt:lpstr>Comp491 Project Progress</vt:lpstr>
      <vt:lpstr>Previous Progress Meeting</vt:lpstr>
      <vt:lpstr>Current Progress Meeting</vt:lpstr>
      <vt:lpstr>Next Progress Meeting</vt:lpstr>
      <vt:lpstr>References</vt:lpstr>
      <vt:lpstr>Attachment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oozkasap</dc:creator>
  <cp:lastModifiedBy>Öznur Özkasap</cp:lastModifiedBy>
  <cp:revision>16</cp:revision>
  <dcterms:created xsi:type="dcterms:W3CDTF">2016-10-17T16:26:15Z</dcterms:created>
  <dcterms:modified xsi:type="dcterms:W3CDTF">2019-02-24T11:59:29Z</dcterms:modified>
</cp:coreProperties>
</file>