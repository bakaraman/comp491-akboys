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7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0000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129" autoAdjust="0"/>
    <p:restoredTop sz="95539" autoAdjust="0"/>
  </p:normalViewPr>
  <p:slideViewPr>
    <p:cSldViewPr snapToGrid="0">
      <p:cViewPr varScale="1">
        <p:scale>
          <a:sx n="65" d="100"/>
          <a:sy n="65" d="100"/>
        </p:scale>
        <p:origin x="78" y="13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BE8AE4-F0E7-4563-96A3-71BA5D640420}" type="datetimeFigureOut">
              <a:rPr lang="en-US" smtClean="0"/>
              <a:t>12/10/2018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F34F2E8-498F-4434-96F5-BB03127619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5079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0501" y="1436370"/>
            <a:ext cx="11000096" cy="2387600"/>
          </a:xfrm>
        </p:spPr>
        <p:txBody>
          <a:bodyPr anchor="b">
            <a:normAutofit/>
          </a:bodyPr>
          <a:lstStyle>
            <a:lvl1pPr algn="ctr">
              <a:defRPr sz="4400" b="1">
                <a:solidFill>
                  <a:srgbClr val="B92D36"/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00501" y="3916045"/>
            <a:ext cx="11000096" cy="1655762"/>
          </a:xfrm>
        </p:spPr>
        <p:txBody>
          <a:bodyPr/>
          <a:lstStyle>
            <a:lvl1pPr marL="0" indent="0" algn="ctr">
              <a:buNone/>
              <a:defRPr sz="2400" b="1"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 cstate="print">
            <a:clrChange>
              <a:clrFrom>
                <a:srgbClr val="FFFFFD"/>
              </a:clrFrom>
              <a:clrTo>
                <a:srgbClr val="FFFFFD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8685" y="157737"/>
            <a:ext cx="2244503" cy="700050"/>
          </a:xfrm>
          <a:prstGeom prst="rect">
            <a:avLst/>
          </a:prstGeom>
        </p:spPr>
      </p:pic>
      <p:cxnSp>
        <p:nvCxnSpPr>
          <p:cNvPr id="10" name="Straight Connector 9"/>
          <p:cNvCxnSpPr/>
          <p:nvPr/>
        </p:nvCxnSpPr>
        <p:spPr>
          <a:xfrm>
            <a:off x="0" y="963377"/>
            <a:ext cx="12192000" cy="17378"/>
          </a:xfrm>
          <a:prstGeom prst="line">
            <a:avLst/>
          </a:prstGeom>
          <a:ln w="57150">
            <a:solidFill>
              <a:srgbClr val="B92D36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 b="1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11/30/2016</a:t>
            </a:r>
          </a:p>
        </p:txBody>
      </p:sp>
      <p:sp>
        <p:nvSpPr>
          <p:cNvPr id="12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 b="1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Burak Soner, Journal Club, OML</a:t>
            </a:r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 b="1">
                <a:solidFill>
                  <a:schemeClr val="tx1"/>
                </a:solidFill>
              </a:defRPr>
            </a:lvl1pPr>
          </a:lstStyle>
          <a:p>
            <a:fld id="{E0323199-F0EF-4E42-A8E9-A9BACFA4CC0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97553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0501" y="171684"/>
            <a:ext cx="7552899" cy="681430"/>
          </a:xfrm>
        </p:spPr>
        <p:txBody>
          <a:bodyPr>
            <a:normAutofit/>
          </a:bodyPr>
          <a:lstStyle>
            <a:lvl1pPr>
              <a:defRPr sz="3200" b="1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0501" y="1351129"/>
            <a:ext cx="10972800" cy="4230806"/>
          </a:xfrm>
        </p:spPr>
        <p:txBody>
          <a:bodyPr>
            <a:normAutofit/>
          </a:bodyPr>
          <a:lstStyle>
            <a:lvl1pPr marL="228600" indent="-228600">
              <a:buClr>
                <a:srgbClr val="B92D36"/>
              </a:buClr>
              <a:buFont typeface="Wingdings" panose="05000000000000000000" pitchFamily="2" charset="2"/>
              <a:buChar char="§"/>
              <a:defRPr sz="2400" b="0">
                <a:latin typeface="+mn-lt"/>
              </a:defRPr>
            </a:lvl1pPr>
            <a:lvl2pPr marL="685800" indent="-228600">
              <a:buClr>
                <a:srgbClr val="B92D36"/>
              </a:buClr>
              <a:buFont typeface="Wingdings" panose="05000000000000000000" pitchFamily="2" charset="2"/>
              <a:buChar char="§"/>
              <a:defRPr sz="2000">
                <a:latin typeface="+mn-lt"/>
              </a:defRPr>
            </a:lvl2pPr>
            <a:lvl3pPr marL="1143000" indent="-228600">
              <a:buClr>
                <a:srgbClr val="B92D36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3pPr>
            <a:lvl4pPr marL="1600200" indent="-228600">
              <a:buClr>
                <a:srgbClr val="B92D36"/>
              </a:buClr>
              <a:buFont typeface="Wingdings" panose="05000000000000000000" pitchFamily="2" charset="2"/>
              <a:buChar char="§"/>
              <a:defRPr sz="1600">
                <a:latin typeface="+mn-lt"/>
              </a:defRPr>
            </a:lvl4pPr>
            <a:lvl5pPr marL="2057400" indent="-228600">
              <a:buClr>
                <a:srgbClr val="B92D36"/>
              </a:buClr>
              <a:buFont typeface="Wingdings" panose="05000000000000000000" pitchFamily="2" charset="2"/>
              <a:buChar char="§"/>
              <a:defRPr sz="1600">
                <a:latin typeface="+mn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DA10954-EE30-40B8-BCDC-5735A185B428}" type="datetime1">
              <a:rPr lang="en-US" smtClean="0"/>
              <a:pPr/>
              <a:t>12/10/2018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Burak Soner, Journal Club, OML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0323199-F0EF-4E42-A8E9-A9BACFA4CC04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60028" y="242819"/>
            <a:ext cx="3681601" cy="539160"/>
          </a:xfrm>
          <a:prstGeom prst="rect">
            <a:avLst/>
          </a:prstGeom>
        </p:spPr>
      </p:pic>
      <p:cxnSp>
        <p:nvCxnSpPr>
          <p:cNvPr id="12" name="Straight Connector 11"/>
          <p:cNvCxnSpPr/>
          <p:nvPr userDrawn="1"/>
        </p:nvCxnSpPr>
        <p:spPr>
          <a:xfrm>
            <a:off x="0" y="963377"/>
            <a:ext cx="12192000" cy="17378"/>
          </a:xfrm>
          <a:prstGeom prst="line">
            <a:avLst/>
          </a:prstGeom>
          <a:ln w="57150">
            <a:solidFill>
              <a:srgbClr val="B92D36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 userDrawn="1"/>
        </p:nvCxnSpPr>
        <p:spPr>
          <a:xfrm>
            <a:off x="-17419" y="6158052"/>
            <a:ext cx="12192000" cy="17378"/>
          </a:xfrm>
          <a:prstGeom prst="line">
            <a:avLst/>
          </a:prstGeom>
          <a:ln w="57150">
            <a:solidFill>
              <a:srgbClr val="B92D36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061446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/>
          <p:cNvPicPr>
            <a:picLocks noChangeAspect="1"/>
          </p:cNvPicPr>
          <p:nvPr userDrawn="1"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60028" y="242819"/>
            <a:ext cx="3681601" cy="539160"/>
          </a:xfrm>
          <a:prstGeom prst="rect">
            <a:avLst/>
          </a:prstGeom>
        </p:spPr>
      </p:pic>
      <p:cxnSp>
        <p:nvCxnSpPr>
          <p:cNvPr id="17" name="Straight Connector 16"/>
          <p:cNvCxnSpPr/>
          <p:nvPr userDrawn="1"/>
        </p:nvCxnSpPr>
        <p:spPr>
          <a:xfrm>
            <a:off x="0" y="963377"/>
            <a:ext cx="12192000" cy="17378"/>
          </a:xfrm>
          <a:prstGeom prst="line">
            <a:avLst/>
          </a:prstGeom>
          <a:ln w="57150">
            <a:solidFill>
              <a:srgbClr val="B92D36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 userDrawn="1"/>
        </p:nvCxnSpPr>
        <p:spPr>
          <a:xfrm>
            <a:off x="-17419" y="6158052"/>
            <a:ext cx="12192000" cy="17378"/>
          </a:xfrm>
          <a:prstGeom prst="line">
            <a:avLst/>
          </a:prstGeom>
          <a:ln w="57150">
            <a:solidFill>
              <a:srgbClr val="B92D36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itle 1"/>
          <p:cNvSpPr>
            <a:spLocks noGrp="1"/>
          </p:cNvSpPr>
          <p:nvPr>
            <p:ph type="title"/>
          </p:nvPr>
        </p:nvSpPr>
        <p:spPr>
          <a:xfrm>
            <a:off x="600501" y="171684"/>
            <a:ext cx="7552899" cy="681430"/>
          </a:xfrm>
        </p:spPr>
        <p:txBody>
          <a:bodyPr>
            <a:normAutofit/>
          </a:bodyPr>
          <a:lstStyle>
            <a:lvl1pPr>
              <a:defRPr sz="3200" b="1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2" name="Content Placeholder 2"/>
          <p:cNvSpPr>
            <a:spLocks noGrp="1"/>
          </p:cNvSpPr>
          <p:nvPr>
            <p:ph idx="1"/>
          </p:nvPr>
        </p:nvSpPr>
        <p:spPr>
          <a:xfrm>
            <a:off x="600501" y="1351129"/>
            <a:ext cx="5268036" cy="4230806"/>
          </a:xfrm>
        </p:spPr>
        <p:txBody>
          <a:bodyPr>
            <a:normAutofit/>
          </a:bodyPr>
          <a:lstStyle>
            <a:lvl1pPr marL="228600" indent="-228600">
              <a:buClr>
                <a:srgbClr val="B92D36"/>
              </a:buClr>
              <a:buFont typeface="Wingdings" panose="05000000000000000000" pitchFamily="2" charset="2"/>
              <a:buChar char="§"/>
              <a:defRPr sz="2400" b="0">
                <a:latin typeface="+mn-lt"/>
              </a:defRPr>
            </a:lvl1pPr>
            <a:lvl2pPr marL="685800" indent="-228600">
              <a:buClr>
                <a:srgbClr val="B92D36"/>
              </a:buClr>
              <a:buFont typeface="Wingdings" panose="05000000000000000000" pitchFamily="2" charset="2"/>
              <a:buChar char="§"/>
              <a:defRPr sz="2000">
                <a:latin typeface="+mn-lt"/>
              </a:defRPr>
            </a:lvl2pPr>
            <a:lvl3pPr marL="1143000" indent="-228600">
              <a:buClr>
                <a:srgbClr val="B92D36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3pPr>
            <a:lvl4pPr marL="1600200" indent="-228600">
              <a:buClr>
                <a:srgbClr val="B92D36"/>
              </a:buClr>
              <a:buFont typeface="Wingdings" panose="05000000000000000000" pitchFamily="2" charset="2"/>
              <a:buChar char="§"/>
              <a:defRPr sz="1600">
                <a:latin typeface="+mn-lt"/>
              </a:defRPr>
            </a:lvl4pPr>
            <a:lvl5pPr marL="2057400" indent="-228600">
              <a:buClr>
                <a:srgbClr val="B92D36"/>
              </a:buClr>
              <a:buFont typeface="Wingdings" panose="05000000000000000000" pitchFamily="2" charset="2"/>
              <a:buChar char="§"/>
              <a:defRPr sz="1600">
                <a:latin typeface="+mn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3" name="Content Placeholder 2"/>
          <p:cNvSpPr>
            <a:spLocks noGrp="1"/>
          </p:cNvSpPr>
          <p:nvPr>
            <p:ph idx="13"/>
          </p:nvPr>
        </p:nvSpPr>
        <p:spPr>
          <a:xfrm>
            <a:off x="6307540" y="1358096"/>
            <a:ext cx="5268036" cy="4230806"/>
          </a:xfrm>
        </p:spPr>
        <p:txBody>
          <a:bodyPr>
            <a:normAutofit/>
          </a:bodyPr>
          <a:lstStyle>
            <a:lvl1pPr marL="228600" indent="-228600">
              <a:buClr>
                <a:srgbClr val="B92D36"/>
              </a:buClr>
              <a:buFont typeface="Wingdings" panose="05000000000000000000" pitchFamily="2" charset="2"/>
              <a:buChar char="§"/>
              <a:defRPr sz="2400" b="0">
                <a:latin typeface="+mn-lt"/>
              </a:defRPr>
            </a:lvl1pPr>
            <a:lvl2pPr marL="685800" indent="-228600">
              <a:buClr>
                <a:srgbClr val="B92D36"/>
              </a:buClr>
              <a:buFont typeface="Wingdings" panose="05000000000000000000" pitchFamily="2" charset="2"/>
              <a:buChar char="§"/>
              <a:defRPr sz="2000">
                <a:latin typeface="+mn-lt"/>
              </a:defRPr>
            </a:lvl2pPr>
            <a:lvl3pPr marL="1143000" indent="-228600">
              <a:buClr>
                <a:srgbClr val="B92D36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3pPr>
            <a:lvl4pPr marL="1600200" indent="-228600">
              <a:buClr>
                <a:srgbClr val="B92D36"/>
              </a:buClr>
              <a:buFont typeface="Wingdings" panose="05000000000000000000" pitchFamily="2" charset="2"/>
              <a:buChar char="§"/>
              <a:defRPr sz="1600">
                <a:latin typeface="+mn-lt"/>
              </a:defRPr>
            </a:lvl4pPr>
            <a:lvl5pPr marL="2057400" indent="-228600">
              <a:buClr>
                <a:srgbClr val="B92D36"/>
              </a:buClr>
              <a:buFont typeface="Wingdings" panose="05000000000000000000" pitchFamily="2" charset="2"/>
              <a:buChar char="§"/>
              <a:defRPr sz="1600">
                <a:latin typeface="+mn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/>
            </a:lvl1pPr>
          </a:lstStyle>
          <a:p>
            <a:fld id="{7DA10954-EE30-40B8-BCDC-5735A185B428}" type="datetime1">
              <a:rPr lang="en-US" smtClean="0"/>
              <a:pPr/>
              <a:t>12/10/2018</a:t>
            </a:fld>
            <a:endParaRPr lang="en-US" dirty="0"/>
          </a:p>
        </p:txBody>
      </p:sp>
      <p:sp>
        <p:nvSpPr>
          <p:cNvPr id="2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Burak Soner, Journal Club, OML</a:t>
            </a:r>
          </a:p>
        </p:txBody>
      </p:sp>
      <p:sp>
        <p:nvSpPr>
          <p:cNvPr id="2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/>
            </a:lvl1pPr>
          </a:lstStyle>
          <a:p>
            <a:fld id="{E0323199-F0EF-4E42-A8E9-A9BACFA4CC0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01023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/>
          <p:cNvSpPr>
            <a:spLocks noGrp="1"/>
          </p:cNvSpPr>
          <p:nvPr>
            <p:ph type="ctrTitle"/>
          </p:nvPr>
        </p:nvSpPr>
        <p:spPr>
          <a:xfrm>
            <a:off x="586854" y="1436370"/>
            <a:ext cx="11000095" cy="3940848"/>
          </a:xfrm>
        </p:spPr>
        <p:txBody>
          <a:bodyPr anchor="b">
            <a:normAutofit/>
          </a:bodyPr>
          <a:lstStyle>
            <a:lvl1pPr algn="ctr">
              <a:defRPr sz="4400" b="1">
                <a:solidFill>
                  <a:srgbClr val="B92D36"/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16" name="Picture 15"/>
          <p:cNvPicPr>
            <a:picLocks noChangeAspect="1"/>
          </p:cNvPicPr>
          <p:nvPr userDrawn="1"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60028" y="242819"/>
            <a:ext cx="3681601" cy="539160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 userDrawn="1"/>
        </p:nvPicPr>
        <p:blipFill>
          <a:blip r:embed="rId3" cstate="print">
            <a:clrChange>
              <a:clrFrom>
                <a:srgbClr val="FFFFFD"/>
              </a:clrFrom>
              <a:clrTo>
                <a:srgbClr val="FFFFFD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8685" y="157737"/>
            <a:ext cx="2244503" cy="700050"/>
          </a:xfrm>
          <a:prstGeom prst="rect">
            <a:avLst/>
          </a:prstGeom>
        </p:spPr>
      </p:pic>
      <p:cxnSp>
        <p:nvCxnSpPr>
          <p:cNvPr id="18" name="Straight Connector 17"/>
          <p:cNvCxnSpPr/>
          <p:nvPr userDrawn="1"/>
        </p:nvCxnSpPr>
        <p:spPr>
          <a:xfrm>
            <a:off x="0" y="963377"/>
            <a:ext cx="12192000" cy="17378"/>
          </a:xfrm>
          <a:prstGeom prst="line">
            <a:avLst/>
          </a:prstGeom>
          <a:ln w="57150">
            <a:solidFill>
              <a:srgbClr val="B92D36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 userDrawn="1"/>
        </p:nvCxnSpPr>
        <p:spPr>
          <a:xfrm>
            <a:off x="-17419" y="6158052"/>
            <a:ext cx="12192000" cy="17378"/>
          </a:xfrm>
          <a:prstGeom prst="line">
            <a:avLst/>
          </a:prstGeom>
          <a:ln w="57150">
            <a:solidFill>
              <a:srgbClr val="B92D36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/>
            </a:lvl1pPr>
          </a:lstStyle>
          <a:p>
            <a:fld id="{7DA10954-EE30-40B8-BCDC-5735A185B428}" type="datetime1">
              <a:rPr lang="en-US" smtClean="0"/>
              <a:pPr/>
              <a:t>12/10/2018</a:t>
            </a:fld>
            <a:endParaRPr lang="en-US" dirty="0"/>
          </a:p>
        </p:txBody>
      </p:sp>
      <p:sp>
        <p:nvSpPr>
          <p:cNvPr id="21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Burak Soner, Journal Club, OML</a:t>
            </a:r>
          </a:p>
        </p:txBody>
      </p:sp>
      <p:sp>
        <p:nvSpPr>
          <p:cNvPr id="2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/>
            </a:lvl1pPr>
          </a:lstStyle>
          <a:p>
            <a:fld id="{E0323199-F0EF-4E42-A8E9-A9BACFA4CC0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05135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/>
          <p:cNvPicPr>
            <a:picLocks noChangeAspect="1"/>
          </p:cNvPicPr>
          <p:nvPr userDrawn="1"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60028" y="242819"/>
            <a:ext cx="3681601" cy="539160"/>
          </a:xfrm>
          <a:prstGeom prst="rect">
            <a:avLst/>
          </a:prstGeom>
        </p:spPr>
      </p:pic>
      <p:pic>
        <p:nvPicPr>
          <p:cNvPr id="21" name="Picture 20"/>
          <p:cNvPicPr>
            <a:picLocks noChangeAspect="1"/>
          </p:cNvPicPr>
          <p:nvPr userDrawn="1"/>
        </p:nvPicPr>
        <p:blipFill>
          <a:blip r:embed="rId3" cstate="print">
            <a:clrChange>
              <a:clrFrom>
                <a:srgbClr val="FFFFFD"/>
              </a:clrFrom>
              <a:clrTo>
                <a:srgbClr val="FFFFFD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8685" y="157737"/>
            <a:ext cx="2244503" cy="700050"/>
          </a:xfrm>
          <a:prstGeom prst="rect">
            <a:avLst/>
          </a:prstGeom>
        </p:spPr>
      </p:pic>
      <p:cxnSp>
        <p:nvCxnSpPr>
          <p:cNvPr id="22" name="Straight Connector 21"/>
          <p:cNvCxnSpPr/>
          <p:nvPr userDrawn="1"/>
        </p:nvCxnSpPr>
        <p:spPr>
          <a:xfrm>
            <a:off x="0" y="963377"/>
            <a:ext cx="12192000" cy="17378"/>
          </a:xfrm>
          <a:prstGeom prst="line">
            <a:avLst/>
          </a:prstGeom>
          <a:ln w="57150">
            <a:solidFill>
              <a:srgbClr val="B92D36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 userDrawn="1"/>
        </p:nvCxnSpPr>
        <p:spPr>
          <a:xfrm>
            <a:off x="-17419" y="6158052"/>
            <a:ext cx="12192000" cy="17378"/>
          </a:xfrm>
          <a:prstGeom prst="line">
            <a:avLst/>
          </a:prstGeom>
          <a:ln w="57150">
            <a:solidFill>
              <a:srgbClr val="B92D36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/>
            </a:lvl1pPr>
          </a:lstStyle>
          <a:p>
            <a:fld id="{7DA10954-EE30-40B8-BCDC-5735A185B428}" type="datetime1">
              <a:rPr lang="en-US" smtClean="0"/>
              <a:pPr/>
              <a:t>12/10/2018</a:t>
            </a:fld>
            <a:endParaRPr lang="en-US" dirty="0"/>
          </a:p>
        </p:txBody>
      </p:sp>
      <p:sp>
        <p:nvSpPr>
          <p:cNvPr id="2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Burak Soner, Journal Club, OML</a:t>
            </a:r>
          </a:p>
        </p:txBody>
      </p:sp>
      <p:sp>
        <p:nvSpPr>
          <p:cNvPr id="2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/>
            </a:lvl1pPr>
          </a:lstStyle>
          <a:p>
            <a:fld id="{E0323199-F0EF-4E42-A8E9-A9BACFA4CC0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24100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58D0C9-EA78-48A7-8FD8-B907C3B8A781}" type="datetimeFigureOut">
              <a:rPr lang="en-US" smtClean="0"/>
              <a:t>12/10/2018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004017-1C66-4359-BE84-05CE39D215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13840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1" r:id="rId3"/>
    <p:sldLayoutId id="2147483672" r:id="rId4"/>
    <p:sldLayoutId id="2147483673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BA30EEEE-D404-422D-8CC2-F979F105746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42734" y="1466258"/>
            <a:ext cx="10888394" cy="626453"/>
          </a:xfrm>
        </p:spPr>
        <p:txBody>
          <a:bodyPr anchor="t">
            <a:normAutofit/>
          </a:bodyPr>
          <a:lstStyle/>
          <a:p>
            <a:pPr algn="l"/>
            <a:r>
              <a:rPr lang="tr-TR" sz="1800" dirty="0">
                <a:solidFill>
                  <a:schemeClr val="tx1"/>
                </a:solidFill>
              </a:rPr>
              <a:t>Team: &lt;Team Member 1, Team Member 2&gt;</a:t>
            </a:r>
            <a:br>
              <a:rPr lang="tr-TR" sz="1800" dirty="0">
                <a:solidFill>
                  <a:schemeClr val="tx1"/>
                </a:solidFill>
              </a:rPr>
            </a:br>
            <a:r>
              <a:rPr lang="tr-TR" sz="1800" dirty="0">
                <a:solidFill>
                  <a:schemeClr val="tx1"/>
                </a:solidFill>
              </a:rPr>
              <a:t>Advisor: &lt;Advisor Name (</a:t>
            </a:r>
            <a:r>
              <a:rPr lang="tr-TR" sz="1800" dirty="0" err="1">
                <a:solidFill>
                  <a:schemeClr val="tx1"/>
                </a:solidFill>
              </a:rPr>
              <a:t>Company</a:t>
            </a:r>
            <a:r>
              <a:rPr lang="tr-TR" sz="1800" dirty="0">
                <a:solidFill>
                  <a:schemeClr val="tx1"/>
                </a:solidFill>
              </a:rPr>
              <a:t> – </a:t>
            </a:r>
            <a:r>
              <a:rPr lang="tr-TR" sz="1800" dirty="0" err="1">
                <a:solidFill>
                  <a:schemeClr val="tx1"/>
                </a:solidFill>
              </a:rPr>
              <a:t>if</a:t>
            </a:r>
            <a:r>
              <a:rPr lang="tr-TR" sz="1800" dirty="0">
                <a:solidFill>
                  <a:schemeClr val="tx1"/>
                </a:solidFill>
              </a:rPr>
              <a:t> </a:t>
            </a:r>
            <a:r>
              <a:rPr lang="tr-TR" sz="1800" dirty="0" err="1">
                <a:solidFill>
                  <a:schemeClr val="tx1"/>
                </a:solidFill>
              </a:rPr>
              <a:t>any</a:t>
            </a:r>
            <a:r>
              <a:rPr lang="tr-TR" sz="1800" dirty="0">
                <a:solidFill>
                  <a:schemeClr val="tx1"/>
                </a:solidFill>
              </a:rPr>
              <a:t>)&gt;</a:t>
            </a:r>
            <a:endParaRPr lang="en-GB" sz="2400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D82C5B4-DC13-41B2-ABDF-61331761069A}"/>
              </a:ext>
            </a:extLst>
          </p:cNvPr>
          <p:cNvSpPr txBox="1"/>
          <p:nvPr/>
        </p:nvSpPr>
        <p:spPr>
          <a:xfrm>
            <a:off x="10072468" y="348706"/>
            <a:ext cx="12801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r-T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COMP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491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D44172A-5EC7-41C1-9853-AD4E9898E393}"/>
              </a:ext>
            </a:extLst>
          </p:cNvPr>
          <p:cNvSpPr txBox="1"/>
          <p:nvPr/>
        </p:nvSpPr>
        <p:spPr>
          <a:xfrm>
            <a:off x="342734" y="1028701"/>
            <a:ext cx="97394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r-TR" sz="24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Arial Rounded MT Bold" panose="020F0704030504030204" pitchFamily="34" charset="0"/>
                <a:ea typeface="+mn-ea"/>
                <a:cs typeface="+mn-cs"/>
              </a:rPr>
              <a:t>PROJECT TITLE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8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Arial Rounded MT Bold" panose="020F0704030504030204" pitchFamily="34" charset="0"/>
              <a:ea typeface="+mn-ea"/>
              <a:cs typeface="+mn-cs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34DA378-D5B3-477E-93BC-D2AD2744F05B}"/>
              </a:ext>
            </a:extLst>
          </p:cNvPr>
          <p:cNvSpPr/>
          <p:nvPr/>
        </p:nvSpPr>
        <p:spPr>
          <a:xfrm>
            <a:off x="342734" y="2092711"/>
            <a:ext cx="11474128" cy="4645714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tr-TR" sz="2000" dirty="0"/>
              <a:t>Delete this rectangle and use this zone </a:t>
            </a:r>
            <a:r>
              <a:rPr lang="tr-TR" sz="2000" dirty="0" err="1"/>
              <a:t>with</a:t>
            </a:r>
            <a:r>
              <a:rPr lang="tr-TR" sz="2000" dirty="0"/>
              <a:t> (</a:t>
            </a:r>
            <a:r>
              <a:rPr lang="tr-TR" sz="2000" dirty="0" err="1"/>
              <a:t>visual</a:t>
            </a:r>
            <a:r>
              <a:rPr lang="tr-TR" sz="2000" dirty="0"/>
              <a:t> </a:t>
            </a:r>
            <a:r>
              <a:rPr lang="tr-TR" sz="2000" dirty="0" err="1"/>
              <a:t>and</a:t>
            </a:r>
            <a:r>
              <a:rPr lang="tr-TR" sz="2000" dirty="0"/>
              <a:t> </a:t>
            </a:r>
            <a:r>
              <a:rPr lang="tr-TR" sz="2000" dirty="0" err="1"/>
              <a:t>textual</a:t>
            </a:r>
            <a:r>
              <a:rPr lang="tr-TR" sz="2000" dirty="0"/>
              <a:t>) </a:t>
            </a:r>
            <a:r>
              <a:rPr lang="tr-TR" sz="2000" dirty="0" err="1"/>
              <a:t>content</a:t>
            </a:r>
            <a:r>
              <a:rPr lang="tr-TR" sz="2000" dirty="0"/>
              <a:t> that best explains your project.</a:t>
            </a:r>
          </a:p>
          <a:p>
            <a:endParaRPr lang="tr-TR" sz="2000" dirty="0"/>
          </a:p>
          <a:p>
            <a:r>
              <a:rPr lang="tr-TR" sz="2000" dirty="0"/>
              <a:t>Remember, the audience will have only a minute to look at this slide!</a:t>
            </a:r>
          </a:p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24787151"/>
      </p:ext>
    </p:extLst>
  </p:cSld>
  <p:clrMapOvr>
    <a:masterClrMapping/>
  </p:clrMapOvr>
</p:sld>
</file>

<file path=ppt/theme/theme1.xml><?xml version="1.0" encoding="utf-8"?>
<a:theme xmlns:a="http://schemas.openxmlformats.org/drawingml/2006/main" name="BurakSoner_OML_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urakSoner_OML_template.potx" id="{05393624-9F28-4A81-81C4-DBA86E634A52}" vid="{83DCCB47-F917-4553-A5FD-3B01705A8B8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2642</TotalTime>
  <Words>50</Words>
  <Application>Microsoft Office PowerPoint</Application>
  <PresentationFormat>Widescreen</PresentationFormat>
  <Paragraphs>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Arial Rounded MT Bold</vt:lpstr>
      <vt:lpstr>Calibri</vt:lpstr>
      <vt:lpstr>Calibri Light</vt:lpstr>
      <vt:lpstr>Wingdings</vt:lpstr>
      <vt:lpstr>BurakSoner_OML_Theme</vt:lpstr>
      <vt:lpstr>Team: &lt;Team Member 1, Team Member 2&gt; Advisor: &lt;Advisor Name (Company – if any)&gt;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COMP491</dc:title>
  <cp:lastModifiedBy>Dzenaida Gicic</cp:lastModifiedBy>
  <cp:revision>669</cp:revision>
  <dcterms:created xsi:type="dcterms:W3CDTF">2016-03-07T14:43:24Z</dcterms:created>
  <dcterms:modified xsi:type="dcterms:W3CDTF">2018-12-10T09:26:33Z</dcterms:modified>
</cp:coreProperties>
</file>