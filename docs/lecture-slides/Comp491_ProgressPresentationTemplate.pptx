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21" autoAdjust="0"/>
    <p:restoredTop sz="94586" autoAdjust="0"/>
  </p:normalViewPr>
  <p:slideViewPr>
    <p:cSldViewPr>
      <p:cViewPr varScale="1">
        <p:scale>
          <a:sx n="64" d="100"/>
          <a:sy n="64" d="100"/>
        </p:scale>
        <p:origin x="11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24.02.2019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D09812-12E3-47EB-AB28-BD66C1EFAFB8}" type="slidenum">
              <a:rPr lang="tr-T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25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088" y="115888"/>
            <a:ext cx="96361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.org/publications/authors/reference-formatt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 dirty="0">
              <a:latin typeface="Arial" charset="0"/>
              <a:cs typeface="Arial" charset="0"/>
            </a:endParaRPr>
          </a:p>
          <a:p>
            <a:pPr algn="just"/>
            <a:r>
              <a:rPr lang="tr-TR" dirty="0">
                <a:latin typeface="Arial" charset="0"/>
                <a:cs typeface="Arial" charset="0"/>
              </a:rPr>
              <a:t>Project </a:t>
            </a:r>
            <a:r>
              <a:rPr lang="tr-TR" dirty="0" err="1">
                <a:latin typeface="Arial" charset="0"/>
                <a:cs typeface="Arial" charset="0"/>
              </a:rPr>
              <a:t>title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r>
              <a:rPr lang="tr-TR" dirty="0">
                <a:latin typeface="Arial" charset="0"/>
                <a:cs typeface="Arial" charset="0"/>
              </a:rPr>
              <a:t>Project </a:t>
            </a:r>
            <a:r>
              <a:rPr lang="tr-TR" dirty="0" err="1">
                <a:latin typeface="Arial" charset="0"/>
                <a:cs typeface="Arial" charset="0"/>
              </a:rPr>
              <a:t>team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members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r>
              <a:rPr lang="tr-TR" dirty="0" err="1">
                <a:latin typeface="Arial" charset="0"/>
                <a:cs typeface="Arial" charset="0"/>
              </a:rPr>
              <a:t>Progress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meeting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number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and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tr-TR" dirty="0" err="1">
                <a:latin typeface="Arial" charset="0"/>
                <a:cs typeface="Arial" charset="0"/>
              </a:rPr>
              <a:t>date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/>
              <a:t>Comp491 Project </a:t>
            </a:r>
            <a:r>
              <a:rPr lang="tr-TR" dirty="0" err="1"/>
              <a:t>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457200" y="189135"/>
            <a:ext cx="8229600" cy="86360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charset="0"/>
                <a:cs typeface="Arial" charset="0"/>
              </a:rPr>
              <a:t>Previous Progress Meeting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 dirty="0">
              <a:latin typeface="Arial" charset="0"/>
              <a:cs typeface="Arial" charset="0"/>
            </a:endParaRPr>
          </a:p>
          <a:p>
            <a:pPr algn="just"/>
            <a:r>
              <a:rPr lang="en-US" dirty="0">
                <a:latin typeface="Arial" charset="0"/>
                <a:cs typeface="Arial" charset="0"/>
              </a:rPr>
              <a:t>Show your </a:t>
            </a:r>
            <a:r>
              <a:rPr lang="tr-TR" dirty="0">
                <a:latin typeface="Arial" charset="0"/>
                <a:cs typeface="Arial" charset="0"/>
              </a:rPr>
              <a:t>(</a:t>
            </a:r>
            <a:r>
              <a:rPr lang="en-US" dirty="0">
                <a:latin typeface="Arial" charset="0"/>
                <a:cs typeface="Arial" charset="0"/>
              </a:rPr>
              <a:t>previous</a:t>
            </a:r>
            <a:r>
              <a:rPr lang="tr-TR" dirty="0">
                <a:latin typeface="Arial" charset="0"/>
                <a:cs typeface="Arial" charset="0"/>
              </a:rPr>
              <a:t>)</a:t>
            </a:r>
            <a:r>
              <a:rPr lang="en-US" dirty="0">
                <a:latin typeface="Arial" charset="0"/>
                <a:cs typeface="Arial" charset="0"/>
              </a:rPr>
              <a:t> progress meeting to-dos.</a:t>
            </a:r>
          </a:p>
          <a:p>
            <a:pPr algn="just"/>
            <a:r>
              <a:rPr lang="en-US" dirty="0">
                <a:latin typeface="Arial" charset="0"/>
                <a:cs typeface="Arial" charset="0"/>
              </a:rPr>
              <a:t>Problems that you faced </a:t>
            </a:r>
            <a:r>
              <a:rPr lang="tr-TR" dirty="0">
                <a:latin typeface="Arial" charset="0"/>
                <a:cs typeface="Arial" charset="0"/>
              </a:rPr>
              <a:t>(</a:t>
            </a:r>
            <a:r>
              <a:rPr lang="en-US" dirty="0">
                <a:latin typeface="Arial" charset="0"/>
                <a:cs typeface="Arial" charset="0"/>
              </a:rPr>
              <a:t>in </a:t>
            </a:r>
            <a:r>
              <a:rPr lang="tr-TR" dirty="0" err="1">
                <a:latin typeface="Arial" charset="0"/>
                <a:cs typeface="Arial" charset="0"/>
              </a:rPr>
              <a:t>the</a:t>
            </a:r>
            <a:r>
              <a:rPr lang="tr-TR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last progress</a:t>
            </a:r>
            <a:r>
              <a:rPr lang="tr-TR" dirty="0">
                <a:latin typeface="Arial" charset="0"/>
                <a:cs typeface="Arial" charset="0"/>
              </a:rPr>
              <a:t>) </a:t>
            </a:r>
            <a:r>
              <a:rPr lang="en-US" dirty="0">
                <a:latin typeface="Arial" charset="0"/>
                <a:cs typeface="Arial" charset="0"/>
              </a:rPr>
              <a:t>and your solution to overcome these problems.</a:t>
            </a:r>
            <a:endParaRPr lang="tr-TR" dirty="0">
              <a:latin typeface="Arial" charset="0"/>
              <a:cs typeface="Arial" charset="0"/>
            </a:endParaRPr>
          </a:p>
          <a:p>
            <a:pPr algn="just"/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en-US" dirty="0"/>
              <a:t>Current 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Current </a:t>
            </a:r>
            <a:r>
              <a:rPr lang="tr-TR" dirty="0"/>
              <a:t>W</a:t>
            </a:r>
            <a:r>
              <a:rPr lang="en-US" dirty="0" err="1"/>
              <a:t>ork</a:t>
            </a:r>
            <a:r>
              <a:rPr lang="en-US" dirty="0"/>
              <a:t> Package details</a:t>
            </a:r>
          </a:p>
          <a:p>
            <a:pPr algn="just"/>
            <a:r>
              <a:rPr lang="en-US" dirty="0"/>
              <a:t>Tasks performed </a:t>
            </a:r>
            <a:r>
              <a:rPr lang="tr-TR" dirty="0"/>
              <a:t>(</a:t>
            </a:r>
            <a:r>
              <a:rPr lang="en-US" dirty="0"/>
              <a:t>after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en-US" dirty="0"/>
              <a:t>last progress meeting</a:t>
            </a:r>
            <a:r>
              <a:rPr lang="tr-TR" dirty="0"/>
              <a:t>)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details of </a:t>
            </a:r>
            <a:r>
              <a:rPr lang="tr-TR" dirty="0" err="1"/>
              <a:t>members</a:t>
            </a:r>
            <a:r>
              <a:rPr lang="tr-TR" dirty="0"/>
              <a:t>’ </a:t>
            </a:r>
            <a:r>
              <a:rPr lang="en-US" dirty="0"/>
              <a:t>work distribution</a:t>
            </a:r>
            <a:endParaRPr lang="tr-TR" dirty="0"/>
          </a:p>
          <a:p>
            <a:pPr lvl="1" algn="just"/>
            <a:r>
              <a:rPr lang="tr-TR" dirty="0" err="1"/>
              <a:t>deliverable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Indicate the </a:t>
            </a:r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task</a:t>
            </a:r>
            <a:r>
              <a:rPr lang="tr-TR" dirty="0"/>
              <a:t>s</a:t>
            </a:r>
            <a:r>
              <a:rPr lang="en-US" dirty="0"/>
              <a:t> that you plan to complete</a:t>
            </a:r>
          </a:p>
          <a:p>
            <a:pPr lvl="1" algn="just"/>
            <a:r>
              <a:rPr lang="tr-TR" dirty="0" err="1"/>
              <a:t>with</a:t>
            </a:r>
            <a:r>
              <a:rPr lang="tr-TR" dirty="0"/>
              <a:t> d</a:t>
            </a:r>
            <a:r>
              <a:rPr lang="en-US" dirty="0" err="1"/>
              <a:t>etails</a:t>
            </a:r>
            <a:r>
              <a:rPr lang="en-US" dirty="0"/>
              <a:t> of work distribution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6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references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.</a:t>
            </a:r>
          </a:p>
          <a:p>
            <a:pPr algn="just"/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ACM </a:t>
            </a:r>
            <a:r>
              <a:rPr lang="tr-TR" dirty="0" err="1"/>
              <a:t>reference</a:t>
            </a:r>
            <a:r>
              <a:rPr lang="tr-TR" dirty="0"/>
              <a:t> format:</a:t>
            </a:r>
          </a:p>
          <a:p>
            <a:pPr lvl="1" algn="just"/>
            <a:r>
              <a:rPr lang="tr-TR" sz="2800" dirty="0">
                <a:hlinkClick r:id="rId2"/>
              </a:rPr>
              <a:t>https://www.acm.org/publications/authors/reference-formatting</a:t>
            </a:r>
            <a:endParaRPr lang="tr-TR" sz="2800" dirty="0"/>
          </a:p>
          <a:p>
            <a:pPr lvl="1" algn="just"/>
            <a:endParaRPr lang="tr-TR" dirty="0"/>
          </a:p>
          <a:p>
            <a:pPr algn="just"/>
            <a:endParaRPr lang="tr-TR" dirty="0"/>
          </a:p>
          <a:p>
            <a:pPr marL="457200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8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Attachment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prepared</a:t>
            </a:r>
            <a:r>
              <a:rPr lang="tr-TR" dirty="0"/>
              <a:t> a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deliverable</a:t>
            </a:r>
            <a:r>
              <a:rPr lang="tr-TR" dirty="0"/>
              <a:t> file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 (since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last</a:t>
            </a:r>
            <a:r>
              <a:rPr lang="tr-TR" dirty="0"/>
              <a:t> </a:t>
            </a:r>
            <a:r>
              <a:rPr lang="tr-TR" dirty="0" err="1"/>
              <a:t>meeting</a:t>
            </a:r>
            <a:r>
              <a:rPr lang="tr-TR" dirty="0"/>
              <a:t>), </a:t>
            </a:r>
            <a:r>
              <a:rPr lang="tr-TR" dirty="0" err="1"/>
              <a:t>submit</a:t>
            </a:r>
            <a:r>
              <a:rPr lang="tr-TR" dirty="0"/>
              <a:t> it </a:t>
            </a:r>
            <a:r>
              <a:rPr lang="tr-TR" dirty="0" err="1"/>
              <a:t>together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presentation</a:t>
            </a:r>
            <a:r>
              <a:rPr lang="tr-TR" dirty="0"/>
              <a:t>.</a:t>
            </a:r>
          </a:p>
          <a:p>
            <a:pPr algn="just"/>
            <a:r>
              <a:rPr lang="tr-TR" dirty="0" err="1"/>
              <a:t>This</a:t>
            </a:r>
            <a:r>
              <a:rPr lang="tr-TR" dirty="0"/>
              <a:t> is </a:t>
            </a:r>
            <a:r>
              <a:rPr lang="tr-TR" dirty="0" err="1"/>
              <a:t>optional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23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33</TotalTime>
  <Words>143</Words>
  <Application>Microsoft Office PowerPoint</Application>
  <PresentationFormat>On-screen Show (4:3)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Next Progress Meeting</vt:lpstr>
      <vt:lpstr>References</vt:lpstr>
      <vt:lpstr>Attachment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Öznur Özkasap</cp:lastModifiedBy>
  <cp:revision>16</cp:revision>
  <dcterms:created xsi:type="dcterms:W3CDTF">2016-10-17T16:26:15Z</dcterms:created>
  <dcterms:modified xsi:type="dcterms:W3CDTF">2019-02-24T11:59:29Z</dcterms:modified>
</cp:coreProperties>
</file>