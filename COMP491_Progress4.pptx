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21" autoAdjust="0"/>
    <p:restoredTop sz="94586" autoAdjust="0"/>
  </p:normalViewPr>
  <p:slideViewPr>
    <p:cSldViewPr>
      <p:cViewPr varScale="1">
        <p:scale>
          <a:sx n="64" d="100"/>
          <a:sy n="64" d="100"/>
        </p:scale>
        <p:origin x="11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24.02.2019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21208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</a:rPr>
              <a:t>Text-Based Adventure with LLMs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COMP 491 — Progress Meeting 4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May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Comp491 Project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</a:rPr>
              <a:t>Project Title: Text-Based Adventure with LLMs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</a:rPr>
              <a:t>Team Members: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</a:rPr>
              <a:t>•  Kadir Yigit Ozcelik (79975)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</a:rPr>
              <a:t>•  Serdar Yengil (80232)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</a:rPr>
              <a:t>•  Batuhan Karaman (79791)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</a:rPr>
              <a:t>•  Ata Berke Goktekin (80277)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</a:rPr>
              <a:t>Advisor: Baris Akgun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</a:rPr>
              <a:t>COMP 491 — Progress Meeting 4 — May 8,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Previous Progress Meeting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</a:rPr>
              <a:t>Progress Meeting 3 Summary (April 3, 2026):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102E"/>
                </a:solidFill>
              </a:rPr>
              <a:t>What was accomplished in WP3+WP4: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Socket.IO multiplayer with room codes, lobby, action batching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Firebase Auth (Google sign-in) and server-side GameState tracking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Structured directive validation (MOVE, PICKUP, UNLOCK)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gpt-image-1.5 scene generation with per-scenario style prompts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Accusation mechanic with evidence chain validation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Backend on Google Cloud Run, frontend on Firebase Hosting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Firestore session persistence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102E"/>
                </a:solidFill>
              </a:rPr>
              <a:t>What was planned for WP5: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Game architecture pivot to host-prompt procedural worlds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Multiplayer game-over flow, turn limits, finale cinematic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Voice chat, evidence/notes panel, in-game tutorial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Spectator mode and replay system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Procedural narrative depth (red herrings, alibis, NPC backstories)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Operational hardening (timeouts, usage logging)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Current Progress Meeting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WP5 — Procedural Worlds, Voice Chat, Spectator Mode, Narrative Depth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The game pivoted from six hardcoded scenarios to a fully procedural pipeline driven by a host prompt; the codebase ships demo-ready on production.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Velvet Shadow v2 — the new game model: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The host types a theme; the LLM generates the world (rooms, NPCs, items, the murder, the solution) in roughly thirty seconds.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Single-player removed from the UI; multiplayer-only, two to ten detectives per session.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Opening and finale are cinematic — AI image, Turkish TTS narration, ambient score, synced typewriter reveal.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Kadir — Frontend, audio, voice and onboarding: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Three-layer ambient soundtrack and global UI click sound, with a settings popover for separate music and SFX volume.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Post-game crime-scene reconstruction modal — six to eight chronological beats walking the team through what really happened.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Push-to-talk voice chat over WebRTC mesh, plus a shared Evidence Board notepad that replaces the old chat tabs.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Five-step in-game tutorial overlay shown automatically on first play, replayable from the settings menu.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Serdar — Spectators, replay and backend hardening: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New spectator role at the socket layer — read-only access to a live game, with all write handlers rejecting their input.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Replay page for finished sessions: scrubbable timeline, play / pause and 1x / 2x / 5x speed, ending with the reconstruction reveal.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Zod payload validation on every client-emitted event, plus an integration test that verifies Firestore persistence survives a restart.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Ata — Procedural narrative depth and genre awareness: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Every NPC now ships with an alibi object and a short backstory; the culprit's alibi must contain a discoverable inconsistency.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Each world contains at least one red herring item that the narrator presents with the weight of real evidence.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</a:rPr>
              <a:t>•  Genre detection on the host prompt injects a tonal style guide — noir, sci-fi, gothic-horror, cyberpunk, period drama.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</a:rPr>
              <a:t>Batuhan — The pivot itself, AI integration and production deploy (see slide 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Batuhan Karaman — Infrastructure &amp; GCP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Completed (Architecture pivot, AI optimization, production deploy):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Led the Velvet Shadow v2 pivot — replaced six hardcoded scenarios with an LLM-generated world pipeline (strict Zod schema, structured outputs, an automatic repair pass and a hardcoded fallback world) so the host types a theme and the game produces its own rooms, NPCs, evidence and culprit.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Removed roughly two hundred lines of regex movement and pickup heuristics and collapsed the entire directive surface to a single MOVE — inventory, evidence, sanity and NPC mood now live in narrator prose, giving the model full authorial control.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Cut the pre-game wait from sixty seconds to thirty by running opening-image generation in parallel with world-text generation, and resolved the resulting race so an early image is baked straight into the ready event instead of being dropped by an old client filter.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Rewrote the TTS pipeline — moved off broken WAV streams that some browsers refused to decode, switched to MP3, swapped to the warmer 'ash' voice and pre-fetched the audio at story-ready, so the opening cinematic plays at zero latency.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Shipped real-time multiplayer broadcasts: players in the same room now see each other's actions and the narrator stream live, a session-wide queue banner shows who is currently being written to, and a fifteen-second disconnect grace period keeps reloads and tab throttling from flickering players off the roster.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Ran today's full production deploy — backend on Cloud Run in europe-west1, web on Cloud Run in us-central1, environment baked at build time, Firebase Hosting CDN auto-invalidated, and the live site verified at velvet-shadow.web.app.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Next Up: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Add OpenAI-client timeouts, exponential-backoff retry and a fallback model cascade so a single 5xx no longer terminates a live session.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Add per-IP and per-session rate limiting plus usage and cost telemetry to Cloud Logging so a runaway client cannot blow up the bill.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Integrate Sentry and a small admin observability dashboard to surface which prompts hit 429s and which sessions end unexpectedly.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Kadir Yigit Ozcelik — Frontend &amp;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</a:rPr>
              <a:t>Completed (Issues #24, #36, #48, #49):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Built three independent ambient audio layers — lobby, in-game and cinematic — with cross-fade ducking, plus a settings popover that gives separate volume sliders and mute toggles for music and UI sound effects, with preferences persisted to localStorage.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Added a global UI click sound that hooks every button through document-level event delegation, so the audio touch is consistent across the whole app.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Built the post-game crime-scene reconstruction modal that opens after the finale and walks the player through six to eight chronological beats; strict ID enums keep the AI from inventing rooms or NPCs, and a single-flight cache prevents duplicate generations across browsers.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Split reconstruction generation into two model calls — events on a reasoning model, conclusion on a fast non-reasoning one — after the original single call kept truncating the closing paragraph against the same token budget.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Shipped V-key push-to-talk voice chat over WebRTC mesh with Socket.IO acting as a signaling-only relay; holding V transmits to all teammates, typing 'v' inside any input field passes through cleanly, and the speaker's avatar lights up live.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Replaced the old room and direct chat tabs with a single shared Evidence Board notepad — every note broadcasts to all players, treated as out-of-game thinking material that the narrator never reads.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Built a five-step in-game tutorial overlay that triggers on first play and highlights the turn counter, chat area, action input, accuse button and settings; keyboard navigable and replayable from the settings menu.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</a:rPr>
              <a:t>Next Up: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Polish the mobile and small-screen layout — header buttons, the accusation banner and the action input still need responsive media queries.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Run end-to-end voice-chat verification against the production HTTPS deployment, where getUserMedia and STUN traversal behave differently than on localhost.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</a:rPr>
              <a:t>•  Add an in-app changelog panel for the demo audience so newcomers can see what shipped in the latest sprint.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Serdar Yengil — Backend &amp;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Completed (Issues #52, #53):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Added a spectator role to the Socket.IO handshake so observers receive the full session state and the live narrator stream while every write handler rejects them — invited guests can watch a real game without being able to interfere.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Built the spectator UI on the home page and adapted the in-game view for it: chat input, accuse and leave are hidden and a Spectator badge appears in the header.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Built the replay system as a dedicated page with a scrubbable timeline, play / pause and 1x / 2x / 5x speed controls, ending with the same reconstruction modal as the live game.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Added Zod schema validation to every client-emitted Socket.IO event so malformed or hostile payloads never reach a handler — the server returns an INVALID_PAYLOAD error event instead.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Wrote a Firestore integration test that creates a session, populates it, syncs, simulates a server restart, rehydrates the store and asserts byte-for-byte equality of the recovered state.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Next Up: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Add session-resume on the spectator side so a dropped observer reconnects and catches up automatically without a manual refresh.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Profile and tune the action-batching window under realistic four-player load, since the current values were chosen against solo tests.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</a:rPr>
              <a:t>•  Add a server-side per-session rate limit on action submission to complement the per-IP limit at the OpenAI call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Ata Berke Goktekin — Game Design &amp;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Completed (Issues #54, #55):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Extended the procedural world schema with three new fields — every NPC now ships with an alibi object (claimed location, claimed activity, optional corroboration and inconsistency) and a short backstory the narrator can pull from.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Made every world contain at least one red-herring item, and constrained the generator so the culprit's alibi must hide a discoverable inconsistency while innocent NPCs stay consistent but information-limited.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Updated the narrator prompt to use the new fields so when a player questions a suspect the narrator delivers their alibi naturally, draws on the backstory for voice and gives red herrings the same narrative weight as real evidence.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Updated the post-game reconstruction so the conclusion explicitly acknowledges any red herring ("the broken letter was a misdirection"), letting players see which leads were intentional dead ends.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Built a genre-aware style amplifier — a keyword heuristic with a small LLM fallback detects the genre of the host prompt and injects a tonal style guide into both the world generator and the narrator's system prompt.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Authored concrete style guides for noir, sci-fi, gothic-horror, cyberpunk and period drama, plus a generic fallback — the same procedural pipeline now produces tonally distinct worlds across themes.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102E"/>
                </a:solidFill>
              </a:rPr>
              <a:t>Next Up: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Broaden the genre library with fantasy, modern thriller and cosmic horror, and tighten the noir guide based on playtest feedback.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Add a pre-game world-quality check where the LLM critiques its own world and re-rolls if it spots unreachable rooms, missing inconsistencies or no red herring.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1A1A"/>
                </a:solidFill>
              </a:rPr>
              <a:t>•  Run a five-prompt diversity playtest to measure whether the new procedural depth genuinely shifts gameplay between themes.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[1] N. Montfort, Twisty Little Passages: An Approach to Interactive Fiction. MIT Press, 2003.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[2] A. Plotkin, The Inform Designer's Handbook, 2004.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[3] P. Ammanabrolu et al., How to Avoid Being Eaten by a Grue, arXiv:2006.07409, 2020.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[4] N. Walton, AI Dungeon, Latitude, 2019. https://aidungeon.io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[5] OpenAI, GPT-5 API Documentation, 2025. https://platform.openai.com/docs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[6] N. Shaker et al., Procedural Content Generation in Games. Springer, 2016.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[7] Socket.IO Documentation, 2024. https://socket.io/docs/v4/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8102E"/>
                </a:solidFill>
              </a:rPr>
              <a:t>[8] WebRTC API, MDN Web Docs, 2024. https://developer.mozilla.org/en-US/docs/Web/API/WebRTC_API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A1A"/>
                </a:solidFill>
              </a:rPr>
              <a:t>Attachment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</a:rPr>
              <a:t>Live Application: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https://velvet-shadow.web.app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Backend: Cloud Run (europe-west1)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Database: Firestore (comp491-akboys-2026)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</a:rPr>
              <a:t>GitHub Repository: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https://github.com/bakaraman/comp491-akboys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8 issues closed this sprint, 2 PRs merged + 1 branch direct-merged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8102E"/>
                </a:solidFill>
              </a:rPr>
              <a:t>•  2 open issues for WP6 (Batuhan's operational hardening — in progress)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33</TotalTime>
  <Words>143</Words>
  <Application>Microsoft Office PowerPoint</Application>
  <PresentationFormat>On-screen Show (4:3)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Next Progress Meeting</vt:lpstr>
      <vt:lpstr>References</vt:lpstr>
      <vt:lpstr>Attachment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Öznur Özkasap</cp:lastModifiedBy>
  <cp:revision>16</cp:revision>
  <dcterms:created xsi:type="dcterms:W3CDTF">2016-10-17T16:26:15Z</dcterms:created>
  <dcterms:modified xsi:type="dcterms:W3CDTF">2019-02-24T11:59:29Z</dcterms:modified>
</cp:coreProperties>
</file>